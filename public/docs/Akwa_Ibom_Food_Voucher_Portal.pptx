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3716000" cy="8572500"/>
  <p:notesSz cx="85725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Ekpenyong" userId="5bf2deb0276cc6c2" providerId="LiveId" clId="{73E642CD-4836-4D5B-AE14-E050EA04EAE4}"/>
    <pc:docChg chg="modSld">
      <pc:chgData name="Frank Ekpenyong" userId="5bf2deb0276cc6c2" providerId="LiveId" clId="{73E642CD-4836-4D5B-AE14-E050EA04EAE4}" dt="2026-06-23T19:34:49.151" v="3" actId="14100"/>
      <pc:docMkLst>
        <pc:docMk/>
      </pc:docMkLst>
      <pc:sldChg chg="modSp mod">
        <pc:chgData name="Frank Ekpenyong" userId="5bf2deb0276cc6c2" providerId="LiveId" clId="{73E642CD-4836-4D5B-AE14-E050EA04EAE4}" dt="2026-06-23T19:34:49.151" v="3" actId="14100"/>
        <pc:sldMkLst>
          <pc:docMk/>
          <pc:sldMk cId="0" sldId="256"/>
        </pc:sldMkLst>
        <pc:spChg chg="mod">
          <ac:chgData name="Frank Ekpenyong" userId="5bf2deb0276cc6c2" providerId="LiveId" clId="{73E642CD-4836-4D5B-AE14-E050EA04EAE4}" dt="2026-06-23T19:34:39.337" v="2" actId="404"/>
          <ac:spMkLst>
            <pc:docMk/>
            <pc:sldMk cId="0" sldId="256"/>
            <ac:spMk id="19" creationId="{00000000-0000-0000-0000-000000000000}"/>
          </ac:spMkLst>
        </pc:spChg>
        <pc:spChg chg="mod">
          <ac:chgData name="Frank Ekpenyong" userId="5bf2deb0276cc6c2" providerId="LiveId" clId="{73E642CD-4836-4D5B-AE14-E050EA04EAE4}" dt="2026-06-23T19:34:49.151" v="3" actId="14100"/>
          <ac:spMkLst>
            <pc:docMk/>
            <pc:sldMk cId="0" sldId="256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74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68a434-e8db-495c-a9aa-37a87c60b91e.claudeusercontent.com/cdn-cgi/l/email-protec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68a434-e8db-495c-a9aa-37a87c60b91e.claudeusercontent.com/cdn-cgi/l/email-protec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68a434-e8db-495c-a9aa-37a87c60b91e.claudeusercontent.com/cdn-cgi/l/email-protection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68a434-e8db-495c-a9aa-37a87c60b91e.claudeusercontent.com/cdn-cgi/l/email-protec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8001000"/>
          </a:xfrm>
          <a:prstGeom prst="rect">
            <a:avLst/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0" y="571500"/>
            <a:ext cx="2190750" cy="8001000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90500" y="742950"/>
            <a:ext cx="18859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90" dirty="0">
                <a:solidFill>
                  <a:srgbClr val="6FA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0" y="1019175"/>
            <a:ext cx="2190750" cy="371475"/>
          </a:xfrm>
          <a:prstGeom prst="rect">
            <a:avLst/>
          </a:prstGeom>
          <a:solidFill>
            <a:srgbClr val="0C5631"/>
          </a:solidFill>
          <a:ln/>
        </p:spPr>
        <p:txBody>
          <a:bodyPr/>
          <a:lstStyle/>
          <a:p>
            <a:endParaRPr lang="en-GB" sz="1200"/>
          </a:p>
        </p:txBody>
      </p:sp>
      <p:sp>
        <p:nvSpPr>
          <p:cNvPr id="20" name="Shape 18"/>
          <p:cNvSpPr/>
          <p:nvPr/>
        </p:nvSpPr>
        <p:spPr>
          <a:xfrm>
            <a:off x="0" y="1019175"/>
            <a:ext cx="28575" cy="3714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80975" y="1123950"/>
            <a:ext cx="2476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299" y="1128713"/>
            <a:ext cx="908237" cy="250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0975" y="1495425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300" y="1502569"/>
            <a:ext cx="126533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Vouchers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0975" y="1876425"/>
            <a:ext cx="2476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5300" y="1885950"/>
            <a:ext cx="10223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Register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52400" y="7691438"/>
            <a:ext cx="1885950" cy="709613"/>
          </a:xfrm>
          <a:prstGeom prst="roundRect">
            <a:avLst>
              <a:gd name="adj" fmla="val 13423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95275" y="7834313"/>
            <a:ext cx="17602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 AS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95275" y="7986713"/>
            <a:ext cx="17602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Admin</a:t>
            </a:r>
            <a:endParaRPr lang="en-US" sz="975" dirty="0"/>
          </a:p>
        </p:txBody>
      </p:sp>
      <p:sp>
        <p:nvSpPr>
          <p:cNvPr id="30" name="Text 28">
            <a:hlinkClick r:id="rId3"/>
          </p:cNvPr>
          <p:cNvSpPr/>
          <p:nvPr/>
        </p:nvSpPr>
        <p:spPr>
          <a:xfrm>
            <a:off x="295275" y="8134350"/>
            <a:ext cx="17602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2533650" y="1109663"/>
            <a:ext cx="414213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7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OVERVIEW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33650" y="1281113"/>
            <a:ext cx="414213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 Distribution Dashboard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588630" y="857250"/>
            <a:ext cx="2498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Stable Food Relief Cycle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88630" y="990600"/>
            <a:ext cx="24987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LGAs · 329 wards · 25,440 on register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11255127" y="1233488"/>
            <a:ext cx="1832223" cy="357188"/>
          </a:xfrm>
          <a:prstGeom prst="roundRect">
            <a:avLst>
              <a:gd name="adj" fmla="val 26667"/>
            </a:avLst>
          </a:prstGeom>
          <a:solidFill>
            <a:srgbClr val="E9ECE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11293227" y="1271588"/>
            <a:ext cx="807393" cy="280988"/>
          </a:xfrm>
          <a:prstGeom prst="roundRect">
            <a:avLst>
              <a:gd name="adj" fmla="val 23729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11407527" y="1338263"/>
            <a:ext cx="57879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2253020" y="1338263"/>
            <a:ext cx="68193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2533650" y="1800225"/>
            <a:ext cx="2524125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543175" y="1809750"/>
            <a:ext cx="38100" cy="1028700"/>
          </a:xfrm>
          <a:prstGeom prst="rect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2714625" y="1981200"/>
            <a:ext cx="23783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VOUCHERS GENERATED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14625" y="2171700"/>
            <a:ext cx="23783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2714625" y="2533650"/>
            <a:ext cx="23783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 across 3 items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0175" y="1800225"/>
            <a:ext cx="2524125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5219700" y="1809750"/>
            <a:ext cx="38100" cy="10287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5391150" y="1981200"/>
            <a:ext cx="23783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VOUCHERS ISSUED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91150" y="2171700"/>
            <a:ext cx="23783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34,020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5391150" y="2533650"/>
            <a:ext cx="23783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of generated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886700" y="1800225"/>
            <a:ext cx="2524125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7896225" y="1809750"/>
            <a:ext cx="38100" cy="1028700"/>
          </a:xfrm>
          <a:prstGeom prst="rect">
            <a:avLst/>
          </a:prstGeom>
          <a:solidFill>
            <a:srgbClr val="1F9D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8067675" y="1981200"/>
            <a:ext cx="23783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VOUCHERS REDEEMED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67675" y="2171700"/>
            <a:ext cx="23783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25,440</a:t>
            </a:r>
            <a:endParaRPr lang="en-US" sz="2250" dirty="0"/>
          </a:p>
        </p:txBody>
      </p:sp>
      <p:sp>
        <p:nvSpPr>
          <p:cNvPr id="53" name="Text 51"/>
          <p:cNvSpPr/>
          <p:nvPr/>
        </p:nvSpPr>
        <p:spPr>
          <a:xfrm>
            <a:off x="8067675" y="2533650"/>
            <a:ext cx="23783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redemption rate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563225" y="1800225"/>
            <a:ext cx="2524125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10572750" y="1809750"/>
            <a:ext cx="38100" cy="1028700"/>
          </a:xfrm>
          <a:prstGeom prst="rect">
            <a:avLst/>
          </a:prstGeom>
          <a:solidFill>
            <a:srgbClr val="9AA8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10744200" y="1981200"/>
            <a:ext cx="23783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REDEMPTION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44200" y="2171700"/>
            <a:ext cx="23783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8,580</a:t>
            </a:r>
            <a:endParaRPr lang="en-US" sz="2250" dirty="0"/>
          </a:p>
        </p:txBody>
      </p:sp>
      <p:sp>
        <p:nvSpPr>
          <p:cNvPr id="58" name="Text 56"/>
          <p:cNvSpPr/>
          <p:nvPr/>
        </p:nvSpPr>
        <p:spPr>
          <a:xfrm>
            <a:off x="10744200" y="2533650"/>
            <a:ext cx="23783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collection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33650" y="3057525"/>
            <a:ext cx="5975152" cy="2405063"/>
          </a:xfrm>
          <a:prstGeom prst="roundRect">
            <a:avLst>
              <a:gd name="adj" fmla="val 5545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2733675" y="3257550"/>
            <a:ext cx="159323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Vouchers by Item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671444" y="3278981"/>
            <a:ext cx="18010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· Issued · Redeemed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733675" y="3586163"/>
            <a:ext cx="272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🍚</a:t>
            </a:r>
            <a:endParaRPr lang="en-US" sz="1125" dirty="0"/>
          </a:p>
        </p:txBody>
      </p:sp>
      <p:sp>
        <p:nvSpPr>
          <p:cNvPr id="63" name="Text 61"/>
          <p:cNvSpPr/>
          <p:nvPr/>
        </p:nvSpPr>
        <p:spPr>
          <a:xfrm>
            <a:off x="3006105" y="3607594"/>
            <a:ext cx="32392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3330029" y="3607594"/>
            <a:ext cx="3574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5kg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7483078" y="3586163"/>
            <a:ext cx="9018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8,420 / 15,000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2733675" y="3843338"/>
            <a:ext cx="5575102" cy="104775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2733675" y="3843338"/>
            <a:ext cx="3122042" cy="104775"/>
          </a:xfrm>
          <a:prstGeom prst="rect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5855717" y="3843338"/>
            <a:ext cx="1059210" cy="1047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2733675" y="4100513"/>
            <a:ext cx="272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🫘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3006105" y="4121944"/>
            <a:ext cx="42736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</a:t>
            </a:r>
            <a:endParaRPr lang="en-US" sz="975" dirty="0"/>
          </a:p>
        </p:txBody>
      </p:sp>
      <p:sp>
        <p:nvSpPr>
          <p:cNvPr id="71" name="Text 69"/>
          <p:cNvSpPr/>
          <p:nvPr/>
        </p:nvSpPr>
        <p:spPr>
          <a:xfrm>
            <a:off x="3433465" y="4121944"/>
            <a:ext cx="3574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5kg</a:t>
            </a:r>
            <a:endParaRPr lang="en-US" sz="975" dirty="0"/>
          </a:p>
        </p:txBody>
      </p:sp>
      <p:sp>
        <p:nvSpPr>
          <p:cNvPr id="72" name="Text 70"/>
          <p:cNvSpPr/>
          <p:nvPr/>
        </p:nvSpPr>
        <p:spPr>
          <a:xfrm>
            <a:off x="7524973" y="4100513"/>
            <a:ext cx="8600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7,150 / 15,000</a:t>
            </a:r>
            <a:endParaRPr lang="en-US" sz="975" dirty="0"/>
          </a:p>
        </p:txBody>
      </p:sp>
      <p:sp>
        <p:nvSpPr>
          <p:cNvPr id="73" name="Shape 71"/>
          <p:cNvSpPr/>
          <p:nvPr/>
        </p:nvSpPr>
        <p:spPr>
          <a:xfrm>
            <a:off x="2733675" y="4357688"/>
            <a:ext cx="5575102" cy="104775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2733675" y="4357688"/>
            <a:ext cx="2676004" cy="104775"/>
          </a:xfrm>
          <a:prstGeom prst="rect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5409679" y="4357688"/>
            <a:ext cx="1115020" cy="1047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2733675" y="4614863"/>
            <a:ext cx="272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</a:t>
            </a:r>
            <a:endParaRPr lang="en-US" sz="1125" dirty="0"/>
          </a:p>
        </p:txBody>
      </p:sp>
      <p:sp>
        <p:nvSpPr>
          <p:cNvPr id="77" name="Text 75"/>
          <p:cNvSpPr/>
          <p:nvPr/>
        </p:nvSpPr>
        <p:spPr>
          <a:xfrm>
            <a:off x="3006105" y="4636294"/>
            <a:ext cx="3513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Garri</a:t>
            </a:r>
            <a:endParaRPr lang="en-US" sz="975" dirty="0"/>
          </a:p>
        </p:txBody>
      </p:sp>
      <p:sp>
        <p:nvSpPr>
          <p:cNvPr id="78" name="Text 76"/>
          <p:cNvSpPr/>
          <p:nvPr/>
        </p:nvSpPr>
        <p:spPr>
          <a:xfrm>
            <a:off x="3357488" y="4636294"/>
            <a:ext cx="3574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5kg</a:t>
            </a:r>
            <a:endParaRPr lang="en-US" sz="975" dirty="0"/>
          </a:p>
        </p:txBody>
      </p:sp>
      <p:sp>
        <p:nvSpPr>
          <p:cNvPr id="79" name="Text 77"/>
          <p:cNvSpPr/>
          <p:nvPr/>
        </p:nvSpPr>
        <p:spPr>
          <a:xfrm>
            <a:off x="7486948" y="4614863"/>
            <a:ext cx="8980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9,870 / 15,000</a:t>
            </a:r>
            <a:endParaRPr lang="en-US" sz="975" dirty="0"/>
          </a:p>
        </p:txBody>
      </p:sp>
      <p:sp>
        <p:nvSpPr>
          <p:cNvPr id="80" name="Shape 78"/>
          <p:cNvSpPr/>
          <p:nvPr/>
        </p:nvSpPr>
        <p:spPr>
          <a:xfrm>
            <a:off x="2733675" y="4872038"/>
            <a:ext cx="5575102" cy="104775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2733675" y="4872038"/>
            <a:ext cx="3679552" cy="104775"/>
          </a:xfrm>
          <a:prstGeom prst="rect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6413227" y="4872038"/>
            <a:ext cx="1003474" cy="1047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2733675" y="514350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/>
          <p:nvPr/>
        </p:nvSpPr>
        <p:spPr>
          <a:xfrm>
            <a:off x="2895600" y="5129213"/>
            <a:ext cx="6459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636764" y="514350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/>
          <p:nvPr/>
        </p:nvSpPr>
        <p:spPr>
          <a:xfrm>
            <a:off x="3798689" y="5129213"/>
            <a:ext cx="12161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Issued, not redeemed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110088" y="514350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5272013" y="5129213"/>
            <a:ext cx="4919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stock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661202" y="3057525"/>
            <a:ext cx="4426148" cy="2405063"/>
          </a:xfrm>
          <a:prstGeom prst="roundRect">
            <a:avLst>
              <a:gd name="adj" fmla="val 5545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8861227" y="3257550"/>
            <a:ext cx="442870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 Trend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8861227" y="3471863"/>
            <a:ext cx="442870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Vouchers redeemed per week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861227" y="4311030"/>
            <a:ext cx="436587" cy="532433"/>
          </a:xfrm>
          <a:prstGeom prst="roundRect">
            <a:avLst>
              <a:gd name="adj" fmla="val 10908"/>
            </a:avLst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3" name="Text 91"/>
          <p:cNvSpPr/>
          <p:nvPr/>
        </p:nvSpPr>
        <p:spPr>
          <a:xfrm>
            <a:off x="9014668" y="4900613"/>
            <a:ext cx="2058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9374014" y="4211985"/>
            <a:ext cx="436587" cy="631478"/>
          </a:xfrm>
          <a:prstGeom prst="roundRect">
            <a:avLst>
              <a:gd name="adj" fmla="val 10908"/>
            </a:avLst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5" name="Text 93"/>
          <p:cNvSpPr/>
          <p:nvPr/>
        </p:nvSpPr>
        <p:spPr>
          <a:xfrm>
            <a:off x="9518452" y="4900613"/>
            <a:ext cx="2238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9886801" y="4249117"/>
            <a:ext cx="436587" cy="594345"/>
          </a:xfrm>
          <a:prstGeom prst="roundRect">
            <a:avLst>
              <a:gd name="adj" fmla="val 10908"/>
            </a:avLst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7" name="Text 95"/>
          <p:cNvSpPr/>
          <p:nvPr/>
        </p:nvSpPr>
        <p:spPr>
          <a:xfrm>
            <a:off x="10029676" y="4900613"/>
            <a:ext cx="2270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0399588" y="4038600"/>
            <a:ext cx="436587" cy="804863"/>
          </a:xfrm>
          <a:prstGeom prst="roundRect">
            <a:avLst>
              <a:gd name="adj" fmla="val 10908"/>
            </a:avLst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9" name="Text 97"/>
          <p:cNvSpPr/>
          <p:nvPr/>
        </p:nvSpPr>
        <p:spPr>
          <a:xfrm>
            <a:off x="10542538" y="4900613"/>
            <a:ext cx="22688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0912376" y="3902422"/>
            <a:ext cx="436587" cy="941040"/>
          </a:xfrm>
          <a:prstGeom prst="roundRect">
            <a:avLst>
              <a:gd name="adj" fmla="val 10908"/>
            </a:avLst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01" name="Text 99"/>
          <p:cNvSpPr/>
          <p:nvPr/>
        </p:nvSpPr>
        <p:spPr>
          <a:xfrm>
            <a:off x="11054730" y="4900613"/>
            <a:ext cx="22807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11425163" y="3964335"/>
            <a:ext cx="436587" cy="879128"/>
          </a:xfrm>
          <a:prstGeom prst="roundRect">
            <a:avLst>
              <a:gd name="adj" fmla="val 10908"/>
            </a:avLst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03" name="Text 101"/>
          <p:cNvSpPr/>
          <p:nvPr/>
        </p:nvSpPr>
        <p:spPr>
          <a:xfrm>
            <a:off x="11568336" y="4900613"/>
            <a:ext cx="22636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1937950" y="3776662"/>
            <a:ext cx="436587" cy="1066800"/>
          </a:xfrm>
          <a:prstGeom prst="roundRect">
            <a:avLst>
              <a:gd name="adj" fmla="val 10908"/>
            </a:avLst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05" name="Text 103"/>
          <p:cNvSpPr/>
          <p:nvPr/>
        </p:nvSpPr>
        <p:spPr>
          <a:xfrm>
            <a:off x="12082165" y="4900613"/>
            <a:ext cx="22428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2450738" y="3776662"/>
            <a:ext cx="436587" cy="1066800"/>
          </a:xfrm>
          <a:prstGeom prst="roundRect">
            <a:avLst>
              <a:gd name="adj" fmla="val 10908"/>
            </a:avLst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07" name="Text 105"/>
          <p:cNvSpPr/>
          <p:nvPr/>
        </p:nvSpPr>
        <p:spPr>
          <a:xfrm>
            <a:off x="12592720" y="4900613"/>
            <a:ext cx="22874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2533650" y="5672138"/>
            <a:ext cx="5975152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107"/>
          <p:cNvSpPr/>
          <p:nvPr/>
        </p:nvSpPr>
        <p:spPr>
          <a:xfrm>
            <a:off x="2733675" y="5872163"/>
            <a:ext cx="613261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LGAs by Redemption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2733675" y="6200775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111" name="Shape 109"/>
          <p:cNvSpPr/>
          <p:nvPr/>
        </p:nvSpPr>
        <p:spPr>
          <a:xfrm>
            <a:off x="3990975" y="6231731"/>
            <a:ext cx="3365302" cy="85725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2" name="Shape 110"/>
          <p:cNvSpPr/>
          <p:nvPr/>
        </p:nvSpPr>
        <p:spPr>
          <a:xfrm>
            <a:off x="3990975" y="6231731"/>
            <a:ext cx="3365302" cy="85725"/>
          </a:xfrm>
          <a:prstGeom prst="roundRect">
            <a:avLst>
              <a:gd name="adj" fmla="val 50000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3" name="Text 111"/>
          <p:cNvSpPr/>
          <p:nvPr/>
        </p:nvSpPr>
        <p:spPr>
          <a:xfrm>
            <a:off x="7394377" y="6207919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1,520 </a:t>
            </a:r>
            <a:r>
              <a:rPr lang="en-US" sz="900" dirty="0">
                <a:solidFill>
                  <a:srgbClr val="BCC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1,840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2733675" y="6453188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Ikot Ekpene</a:t>
            </a:r>
            <a:endParaRPr lang="en-US" sz="975" dirty="0"/>
          </a:p>
        </p:txBody>
      </p:sp>
      <p:sp>
        <p:nvSpPr>
          <p:cNvPr id="115" name="Shape 113"/>
          <p:cNvSpPr/>
          <p:nvPr/>
        </p:nvSpPr>
        <p:spPr>
          <a:xfrm>
            <a:off x="3990975" y="6484144"/>
            <a:ext cx="3365302" cy="85725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6" name="Shape 114"/>
          <p:cNvSpPr/>
          <p:nvPr/>
        </p:nvSpPr>
        <p:spPr>
          <a:xfrm>
            <a:off x="3990975" y="6484144"/>
            <a:ext cx="2826841" cy="85725"/>
          </a:xfrm>
          <a:prstGeom prst="roundRect">
            <a:avLst>
              <a:gd name="adj" fmla="val 50000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7" name="Text 115"/>
          <p:cNvSpPr/>
          <p:nvPr/>
        </p:nvSpPr>
        <p:spPr>
          <a:xfrm>
            <a:off x="7394377" y="6460331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1,280 </a:t>
            </a:r>
            <a:r>
              <a:rPr lang="en-US" sz="900" dirty="0">
                <a:solidFill>
                  <a:srgbClr val="BCC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1,610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2733675" y="6705600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Eket</a:t>
            </a:r>
            <a:endParaRPr lang="en-US" sz="975" dirty="0"/>
          </a:p>
        </p:txBody>
      </p:sp>
      <p:sp>
        <p:nvSpPr>
          <p:cNvPr id="119" name="Shape 117"/>
          <p:cNvSpPr/>
          <p:nvPr/>
        </p:nvSpPr>
        <p:spPr>
          <a:xfrm>
            <a:off x="3990975" y="6736556"/>
            <a:ext cx="3365302" cy="85725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0" name="Shape 118"/>
          <p:cNvSpPr/>
          <p:nvPr/>
        </p:nvSpPr>
        <p:spPr>
          <a:xfrm>
            <a:off x="3990975" y="6736556"/>
            <a:ext cx="2456631" cy="85725"/>
          </a:xfrm>
          <a:prstGeom prst="roundRect">
            <a:avLst>
              <a:gd name="adj" fmla="val 50000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1" name="Text 119"/>
          <p:cNvSpPr/>
          <p:nvPr/>
        </p:nvSpPr>
        <p:spPr>
          <a:xfrm>
            <a:off x="7394377" y="6712744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1,110 </a:t>
            </a:r>
            <a:r>
              <a:rPr lang="en-US" sz="900" dirty="0">
                <a:solidFill>
                  <a:srgbClr val="BCC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1,490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2733675" y="6958013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Oron</a:t>
            </a:r>
            <a:endParaRPr lang="en-US" sz="975" dirty="0"/>
          </a:p>
        </p:txBody>
      </p:sp>
      <p:sp>
        <p:nvSpPr>
          <p:cNvPr id="123" name="Shape 121"/>
          <p:cNvSpPr/>
          <p:nvPr/>
        </p:nvSpPr>
        <p:spPr>
          <a:xfrm>
            <a:off x="3990975" y="6988969"/>
            <a:ext cx="3365302" cy="85725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4" name="Shape 122"/>
          <p:cNvSpPr/>
          <p:nvPr/>
        </p:nvSpPr>
        <p:spPr>
          <a:xfrm>
            <a:off x="3990975" y="6988969"/>
            <a:ext cx="2086421" cy="85725"/>
          </a:xfrm>
          <a:prstGeom prst="roundRect">
            <a:avLst>
              <a:gd name="adj" fmla="val 50000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5" name="Text 123"/>
          <p:cNvSpPr/>
          <p:nvPr/>
        </p:nvSpPr>
        <p:spPr>
          <a:xfrm>
            <a:off x="7394377" y="6965156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</a:t>
            </a:r>
            <a:r>
              <a:rPr lang="en-US" sz="900" dirty="0">
                <a:solidFill>
                  <a:srgbClr val="BCC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1,180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2733675" y="7210425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127" name="Shape 125"/>
          <p:cNvSpPr/>
          <p:nvPr/>
        </p:nvSpPr>
        <p:spPr>
          <a:xfrm>
            <a:off x="3990975" y="7241381"/>
            <a:ext cx="3365302" cy="85725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8" name="Shape 126"/>
          <p:cNvSpPr/>
          <p:nvPr/>
        </p:nvSpPr>
        <p:spPr>
          <a:xfrm>
            <a:off x="3990975" y="7241381"/>
            <a:ext cx="1951806" cy="85725"/>
          </a:xfrm>
          <a:prstGeom prst="roundRect">
            <a:avLst>
              <a:gd name="adj" fmla="val 50000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9" name="Text 127"/>
          <p:cNvSpPr/>
          <p:nvPr/>
        </p:nvSpPr>
        <p:spPr>
          <a:xfrm>
            <a:off x="7394377" y="7217569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880 </a:t>
            </a:r>
            <a:r>
              <a:rPr lang="en-US" sz="900" dirty="0">
                <a:solidFill>
                  <a:srgbClr val="BCC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1,320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2733675" y="7462838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D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Etinan</a:t>
            </a:r>
            <a:endParaRPr lang="en-US" sz="975" dirty="0"/>
          </a:p>
        </p:txBody>
      </p:sp>
      <p:sp>
        <p:nvSpPr>
          <p:cNvPr id="131" name="Shape 129"/>
          <p:cNvSpPr/>
          <p:nvPr/>
        </p:nvSpPr>
        <p:spPr>
          <a:xfrm>
            <a:off x="3990975" y="7493794"/>
            <a:ext cx="3365302" cy="85725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2" name="Shape 130"/>
          <p:cNvSpPr/>
          <p:nvPr/>
        </p:nvSpPr>
        <p:spPr>
          <a:xfrm>
            <a:off x="3990975" y="7493794"/>
            <a:ext cx="1682651" cy="85725"/>
          </a:xfrm>
          <a:prstGeom prst="roundRect">
            <a:avLst>
              <a:gd name="adj" fmla="val 50000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3" name="Text 131"/>
          <p:cNvSpPr/>
          <p:nvPr/>
        </p:nvSpPr>
        <p:spPr>
          <a:xfrm>
            <a:off x="7394377" y="7469981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 </a:t>
            </a:r>
            <a:r>
              <a:rPr lang="en-US" sz="900" dirty="0">
                <a:solidFill>
                  <a:srgbClr val="BCC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1,090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8661202" y="5672138"/>
            <a:ext cx="4426148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Text 133"/>
          <p:cNvSpPr/>
          <p:nvPr/>
        </p:nvSpPr>
        <p:spPr>
          <a:xfrm>
            <a:off x="8861227" y="5872163"/>
            <a:ext cx="442870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Gender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8861227" y="6200775"/>
            <a:ext cx="1946374" cy="947737"/>
          </a:xfrm>
          <a:prstGeom prst="roundRect">
            <a:avLst>
              <a:gd name="adj" fmla="val 1206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7" name="Text 135"/>
          <p:cNvSpPr/>
          <p:nvPr/>
        </p:nvSpPr>
        <p:spPr>
          <a:xfrm>
            <a:off x="8931548" y="6353175"/>
            <a:ext cx="180573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138" name="Text 136"/>
          <p:cNvSpPr/>
          <p:nvPr/>
        </p:nvSpPr>
        <p:spPr>
          <a:xfrm>
            <a:off x="8931548" y="6557963"/>
            <a:ext cx="18057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14,820</a:t>
            </a:r>
            <a:endParaRPr lang="en-US" sz="1950" dirty="0"/>
          </a:p>
        </p:txBody>
      </p:sp>
      <p:sp>
        <p:nvSpPr>
          <p:cNvPr id="139" name="Text 137"/>
          <p:cNvSpPr/>
          <p:nvPr/>
        </p:nvSpPr>
        <p:spPr>
          <a:xfrm>
            <a:off x="8931548" y="6862763"/>
            <a:ext cx="180573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B6B3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 redeemed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10940951" y="6200775"/>
            <a:ext cx="1946374" cy="947737"/>
          </a:xfrm>
          <a:prstGeom prst="roundRect">
            <a:avLst>
              <a:gd name="adj" fmla="val 12060"/>
            </a:avLst>
          </a:prstGeom>
          <a:solidFill>
            <a:srgbClr val="F6F1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1" name="Text 139"/>
          <p:cNvSpPr/>
          <p:nvPr/>
        </p:nvSpPr>
        <p:spPr>
          <a:xfrm>
            <a:off x="11011272" y="6353175"/>
            <a:ext cx="180573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142" name="Text 140"/>
          <p:cNvSpPr/>
          <p:nvPr/>
        </p:nvSpPr>
        <p:spPr>
          <a:xfrm>
            <a:off x="11011272" y="6557963"/>
            <a:ext cx="18057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10,620</a:t>
            </a:r>
            <a:endParaRPr lang="en-US" sz="1950" dirty="0"/>
          </a:p>
        </p:txBody>
      </p:sp>
      <p:sp>
        <p:nvSpPr>
          <p:cNvPr id="143" name="Text 141"/>
          <p:cNvSpPr/>
          <p:nvPr/>
        </p:nvSpPr>
        <p:spPr>
          <a:xfrm>
            <a:off x="11011272" y="6862763"/>
            <a:ext cx="180573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7A1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 redeemed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8861227" y="7300913"/>
            <a:ext cx="4026098" cy="9525"/>
          </a:xfrm>
          <a:prstGeom prst="rect">
            <a:avLst/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5" name="Text 143"/>
          <p:cNvSpPr/>
          <p:nvPr/>
        </p:nvSpPr>
        <p:spPr>
          <a:xfrm>
            <a:off x="8861227" y="7443788"/>
            <a:ext cx="41468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Female-headed households prioritised under the relief framework, representing the larger share of redemptions.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8053387"/>
          </a:xfrm>
          <a:prstGeom prst="rect">
            <a:avLst/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0" y="571500"/>
            <a:ext cx="2190750" cy="8053387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90500" y="742950"/>
            <a:ext cx="18859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90" dirty="0">
                <a:solidFill>
                  <a:srgbClr val="6FA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0" y="1019175"/>
            <a:ext cx="2190750" cy="371475"/>
          </a:xfrm>
          <a:prstGeom prst="rect">
            <a:avLst/>
          </a:prstGeom>
          <a:solidFill>
            <a:srgbClr val="0C56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0" y="1019175"/>
            <a:ext cx="28575" cy="3714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80975" y="1123950"/>
            <a:ext cx="2476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300" y="1128713"/>
            <a:ext cx="7285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0975" y="1495425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300" y="1502569"/>
            <a:ext cx="126533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Vouchers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0975" y="1876425"/>
            <a:ext cx="2476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5300" y="1885950"/>
            <a:ext cx="10223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Register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52400" y="7743825"/>
            <a:ext cx="1885950" cy="709613"/>
          </a:xfrm>
          <a:prstGeom prst="roundRect">
            <a:avLst>
              <a:gd name="adj" fmla="val 13423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95275" y="7886700"/>
            <a:ext cx="17602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 AS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95275" y="8039100"/>
            <a:ext cx="17602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Admin</a:t>
            </a:r>
            <a:endParaRPr lang="en-US" sz="975" dirty="0"/>
          </a:p>
        </p:txBody>
      </p:sp>
      <p:sp>
        <p:nvSpPr>
          <p:cNvPr id="30" name="Text 28">
            <a:hlinkClick r:id="rId3"/>
          </p:cNvPr>
          <p:cNvSpPr/>
          <p:nvPr/>
        </p:nvSpPr>
        <p:spPr>
          <a:xfrm>
            <a:off x="295275" y="8186738"/>
            <a:ext cx="17602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2533650" y="1109663"/>
            <a:ext cx="414213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7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OVERVIEW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33650" y="1281113"/>
            <a:ext cx="414213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 Distribution Dashboard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588630" y="857250"/>
            <a:ext cx="2498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Stable Food Relief Cycle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88630" y="990600"/>
            <a:ext cx="24987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LGAs · 329 wards · 25,440 on register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11255127" y="1233488"/>
            <a:ext cx="1832223" cy="357188"/>
          </a:xfrm>
          <a:prstGeom prst="roundRect">
            <a:avLst>
              <a:gd name="adj" fmla="val 26667"/>
            </a:avLst>
          </a:prstGeom>
          <a:solidFill>
            <a:srgbClr val="E9ECE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1407527" y="1338263"/>
            <a:ext cx="57879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12138720" y="1271588"/>
            <a:ext cx="910530" cy="280988"/>
          </a:xfrm>
          <a:prstGeom prst="roundRect">
            <a:avLst>
              <a:gd name="adj" fmla="val 23729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12253020" y="1338263"/>
            <a:ext cx="68193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2533650" y="1800225"/>
            <a:ext cx="10553700" cy="1824038"/>
          </a:xfrm>
          <a:prstGeom prst="roundRect">
            <a:avLst>
              <a:gd name="adj" fmla="val 8355"/>
            </a:avLst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800350" y="2047875"/>
            <a:ext cx="1102233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6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FUNNEL · ALL ITEMS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2800350" y="2366963"/>
            <a:ext cx="4116958" cy="1009650"/>
          </a:xfrm>
          <a:prstGeom prst="roundRect">
            <a:avLst>
              <a:gd name="adj" fmla="val 11321"/>
            </a:avLst>
          </a:prstGeom>
          <a:solidFill>
            <a:srgbClr val="0C4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2990850" y="2538413"/>
            <a:ext cx="410955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990850" y="2728913"/>
            <a:ext cx="41095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2990850" y="3071813"/>
            <a:ext cx="410955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 QR vouchers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93508" y="2366963"/>
            <a:ext cx="3354809" cy="1009650"/>
          </a:xfrm>
          <a:prstGeom prst="roundRect">
            <a:avLst>
              <a:gd name="adj" fmla="val 11321"/>
            </a:avLst>
          </a:prstGeom>
          <a:solidFill>
            <a:srgbClr val="1564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184008" y="2538413"/>
            <a:ext cx="32711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84008" y="2728913"/>
            <a:ext cx="3271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E8C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34,020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7184008" y="3071813"/>
            <a:ext cx="32711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of generated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424517" y="2366963"/>
            <a:ext cx="2319933" cy="1009650"/>
          </a:xfrm>
          <a:prstGeom prst="roundRect">
            <a:avLst>
              <a:gd name="adj" fmla="val 11321"/>
            </a:avLst>
          </a:prstGeom>
          <a:solidFill>
            <a:srgbClr val="1F9D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10615017" y="2538413"/>
            <a:ext cx="2132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D6F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15017" y="2728913"/>
            <a:ext cx="21328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25,440</a:t>
            </a:r>
            <a:endParaRPr lang="en-US" sz="2250" dirty="0"/>
          </a:p>
        </p:txBody>
      </p:sp>
      <p:sp>
        <p:nvSpPr>
          <p:cNvPr id="52" name="Text 50"/>
          <p:cNvSpPr/>
          <p:nvPr/>
        </p:nvSpPr>
        <p:spPr>
          <a:xfrm>
            <a:off x="10615017" y="3071813"/>
            <a:ext cx="2132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6F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 of generated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533650" y="3795713"/>
            <a:ext cx="3416275" cy="1095375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2714625" y="3976687"/>
            <a:ext cx="3900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🍚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3123754" y="3986213"/>
            <a:ext cx="4757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3123754" y="4148137"/>
            <a:ext cx="4757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5kg bag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3403491" y="4010025"/>
            <a:ext cx="23654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2714625" y="4414838"/>
            <a:ext cx="3054325" cy="76200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2714625" y="4414838"/>
            <a:ext cx="1710407" cy="76200"/>
          </a:xfrm>
          <a:prstGeom prst="rect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2714625" y="4576763"/>
            <a:ext cx="9528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8,420 redeemed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277817" y="4576763"/>
            <a:ext cx="567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15,000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02325" y="3795713"/>
            <a:ext cx="3416275" cy="1095375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6283300" y="3976687"/>
            <a:ext cx="3900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🫘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692429" y="3986213"/>
            <a:ext cx="4813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6692429" y="4148137"/>
            <a:ext cx="48138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5kg bag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6978387" y="4010025"/>
            <a:ext cx="23592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6283300" y="4414838"/>
            <a:ext cx="3054325" cy="76200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6283300" y="4414838"/>
            <a:ext cx="1466031" cy="76200"/>
          </a:xfrm>
          <a:prstGeom prst="rect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6283300" y="4576763"/>
            <a:ext cx="9142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7,150 redeemed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846493" y="4576763"/>
            <a:ext cx="567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15,000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671000" y="3795713"/>
            <a:ext cx="3416275" cy="1095375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9851975" y="3976687"/>
            <a:ext cx="3900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10261104" y="3986213"/>
            <a:ext cx="4757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Garri</a:t>
            </a:r>
            <a:endParaRPr lang="en-US" sz="1125" dirty="0"/>
          </a:p>
        </p:txBody>
      </p:sp>
      <p:sp>
        <p:nvSpPr>
          <p:cNvPr id="74" name="Text 72"/>
          <p:cNvSpPr/>
          <p:nvPr/>
        </p:nvSpPr>
        <p:spPr>
          <a:xfrm>
            <a:off x="10261104" y="4148137"/>
            <a:ext cx="4757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5kg bag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10540841" y="4010025"/>
            <a:ext cx="23654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650" dirty="0"/>
          </a:p>
        </p:txBody>
      </p:sp>
      <p:sp>
        <p:nvSpPr>
          <p:cNvPr id="76" name="Shape 74"/>
          <p:cNvSpPr/>
          <p:nvPr/>
        </p:nvSpPr>
        <p:spPr>
          <a:xfrm>
            <a:off x="9851975" y="4414838"/>
            <a:ext cx="3054325" cy="76200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9851975" y="4414838"/>
            <a:ext cx="2015803" cy="76200"/>
          </a:xfrm>
          <a:prstGeom prst="rect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9851975" y="4576763"/>
            <a:ext cx="949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9,870 redeemed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2415168" y="4576763"/>
            <a:ext cx="567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15,000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33650" y="5062538"/>
            <a:ext cx="10553700" cy="32766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2752725" y="5281613"/>
            <a:ext cx="190101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LGA Performance Ledger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9865742" y="5303044"/>
            <a:ext cx="33027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redemption rate · queryable by ward &amp; gender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752725" y="5905500"/>
            <a:ext cx="10115550" cy="9525"/>
          </a:xfrm>
          <a:prstGeom prst="rect">
            <a:avLst/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/>
          <p:nvPr/>
        </p:nvSpPr>
        <p:spPr>
          <a:xfrm>
            <a:off x="2828925" y="5676900"/>
            <a:ext cx="27568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Govt Area</a:t>
            </a:r>
            <a:endParaRPr lang="en-US" sz="975" dirty="0"/>
          </a:p>
        </p:txBody>
      </p:sp>
      <p:sp>
        <p:nvSpPr>
          <p:cNvPr id="85" name="Text 83"/>
          <p:cNvSpPr/>
          <p:nvPr/>
        </p:nvSpPr>
        <p:spPr>
          <a:xfrm>
            <a:off x="5653460" y="5676900"/>
            <a:ext cx="20143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register</a:t>
            </a:r>
            <a:endParaRPr lang="en-US" sz="975" dirty="0"/>
          </a:p>
        </p:txBody>
      </p:sp>
      <p:sp>
        <p:nvSpPr>
          <p:cNvPr id="86" name="Text 84"/>
          <p:cNvSpPr/>
          <p:nvPr/>
        </p:nvSpPr>
        <p:spPr>
          <a:xfrm>
            <a:off x="7743974" y="5676900"/>
            <a:ext cx="13374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975" dirty="0"/>
          </a:p>
        </p:txBody>
      </p:sp>
      <p:sp>
        <p:nvSpPr>
          <p:cNvPr id="87" name="Text 85"/>
          <p:cNvSpPr/>
          <p:nvPr/>
        </p:nvSpPr>
        <p:spPr>
          <a:xfrm>
            <a:off x="9157618" y="5676900"/>
            <a:ext cx="199615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975" dirty="0"/>
          </a:p>
        </p:txBody>
      </p:sp>
      <p:sp>
        <p:nvSpPr>
          <p:cNvPr id="88" name="Text 86"/>
          <p:cNvSpPr/>
          <p:nvPr/>
        </p:nvSpPr>
        <p:spPr>
          <a:xfrm>
            <a:off x="11229975" y="5676900"/>
            <a:ext cx="1638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 rate</a:t>
            </a:r>
            <a:endParaRPr lang="en-US" sz="975" dirty="0"/>
          </a:p>
        </p:txBody>
      </p:sp>
      <p:sp>
        <p:nvSpPr>
          <p:cNvPr id="89" name="Shape 87"/>
          <p:cNvSpPr/>
          <p:nvPr/>
        </p:nvSpPr>
        <p:spPr>
          <a:xfrm>
            <a:off x="2752725" y="6272213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2828925" y="6019800"/>
            <a:ext cx="275687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91" name="Text 89"/>
          <p:cNvSpPr/>
          <p:nvPr/>
        </p:nvSpPr>
        <p:spPr>
          <a:xfrm>
            <a:off x="5653460" y="6019800"/>
            <a:ext cx="201431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4,120</a:t>
            </a:r>
            <a:endParaRPr lang="en-US" sz="975" dirty="0"/>
          </a:p>
        </p:txBody>
      </p:sp>
      <p:sp>
        <p:nvSpPr>
          <p:cNvPr id="92" name="Text 90"/>
          <p:cNvSpPr/>
          <p:nvPr/>
        </p:nvSpPr>
        <p:spPr>
          <a:xfrm>
            <a:off x="7743974" y="6019800"/>
            <a:ext cx="13374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1,840</a:t>
            </a:r>
            <a:endParaRPr lang="en-US" sz="975" dirty="0"/>
          </a:p>
        </p:txBody>
      </p:sp>
      <p:sp>
        <p:nvSpPr>
          <p:cNvPr id="93" name="Text 91"/>
          <p:cNvSpPr/>
          <p:nvPr/>
        </p:nvSpPr>
        <p:spPr>
          <a:xfrm>
            <a:off x="9157618" y="6019800"/>
            <a:ext cx="1996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1,520</a:t>
            </a:r>
            <a:endParaRPr lang="en-US" sz="975" dirty="0"/>
          </a:p>
        </p:txBody>
      </p:sp>
      <p:sp>
        <p:nvSpPr>
          <p:cNvPr id="94" name="Shape 92"/>
          <p:cNvSpPr/>
          <p:nvPr/>
        </p:nvSpPr>
        <p:spPr>
          <a:xfrm>
            <a:off x="11229975" y="6060281"/>
            <a:ext cx="1085850" cy="76200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5" name="Shape 93"/>
          <p:cNvSpPr/>
          <p:nvPr/>
        </p:nvSpPr>
        <p:spPr>
          <a:xfrm>
            <a:off x="11229975" y="6060281"/>
            <a:ext cx="901229" cy="76200"/>
          </a:xfrm>
          <a:prstGeom prst="roundRect">
            <a:avLst>
              <a:gd name="adj" fmla="val 50000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/>
          <p:nvPr/>
        </p:nvSpPr>
        <p:spPr>
          <a:xfrm>
            <a:off x="12334875" y="6024563"/>
            <a:ext cx="457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975" dirty="0"/>
          </a:p>
        </p:txBody>
      </p:sp>
      <p:sp>
        <p:nvSpPr>
          <p:cNvPr id="97" name="Shape 95"/>
          <p:cNvSpPr/>
          <p:nvPr/>
        </p:nvSpPr>
        <p:spPr>
          <a:xfrm>
            <a:off x="2752725" y="6638925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8" name="Text 96"/>
          <p:cNvSpPr/>
          <p:nvPr/>
        </p:nvSpPr>
        <p:spPr>
          <a:xfrm>
            <a:off x="2828925" y="6386513"/>
            <a:ext cx="275687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Ikot Ekpene</a:t>
            </a:r>
            <a:endParaRPr lang="en-US" sz="975" dirty="0"/>
          </a:p>
        </p:txBody>
      </p:sp>
      <p:sp>
        <p:nvSpPr>
          <p:cNvPr id="99" name="Text 97"/>
          <p:cNvSpPr/>
          <p:nvPr/>
        </p:nvSpPr>
        <p:spPr>
          <a:xfrm>
            <a:off x="5653460" y="6386513"/>
            <a:ext cx="201431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3,580</a:t>
            </a:r>
            <a:endParaRPr lang="en-US" sz="975" dirty="0"/>
          </a:p>
        </p:txBody>
      </p:sp>
      <p:sp>
        <p:nvSpPr>
          <p:cNvPr id="100" name="Text 98"/>
          <p:cNvSpPr/>
          <p:nvPr/>
        </p:nvSpPr>
        <p:spPr>
          <a:xfrm>
            <a:off x="7743974" y="6386513"/>
            <a:ext cx="13374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1,610</a:t>
            </a:r>
            <a:endParaRPr lang="en-US" sz="975" dirty="0"/>
          </a:p>
        </p:txBody>
      </p:sp>
      <p:sp>
        <p:nvSpPr>
          <p:cNvPr id="101" name="Text 99"/>
          <p:cNvSpPr/>
          <p:nvPr/>
        </p:nvSpPr>
        <p:spPr>
          <a:xfrm>
            <a:off x="9157618" y="6386513"/>
            <a:ext cx="1996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1,280</a:t>
            </a:r>
            <a:endParaRPr lang="en-US" sz="975" dirty="0"/>
          </a:p>
        </p:txBody>
      </p:sp>
      <p:sp>
        <p:nvSpPr>
          <p:cNvPr id="102" name="Shape 100"/>
          <p:cNvSpPr/>
          <p:nvPr/>
        </p:nvSpPr>
        <p:spPr>
          <a:xfrm>
            <a:off x="11229975" y="6426994"/>
            <a:ext cx="1085850" cy="76200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3" name="Shape 101"/>
          <p:cNvSpPr/>
          <p:nvPr/>
        </p:nvSpPr>
        <p:spPr>
          <a:xfrm>
            <a:off x="11229975" y="6426994"/>
            <a:ext cx="868635" cy="76200"/>
          </a:xfrm>
          <a:prstGeom prst="roundRect">
            <a:avLst>
              <a:gd name="adj" fmla="val 50000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4" name="Text 102"/>
          <p:cNvSpPr/>
          <p:nvPr/>
        </p:nvSpPr>
        <p:spPr>
          <a:xfrm>
            <a:off x="12334875" y="6391275"/>
            <a:ext cx="457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75" dirty="0"/>
          </a:p>
        </p:txBody>
      </p:sp>
      <p:sp>
        <p:nvSpPr>
          <p:cNvPr id="105" name="Shape 103"/>
          <p:cNvSpPr/>
          <p:nvPr/>
        </p:nvSpPr>
        <p:spPr>
          <a:xfrm>
            <a:off x="2752725" y="7005638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6" name="Text 104"/>
          <p:cNvSpPr/>
          <p:nvPr/>
        </p:nvSpPr>
        <p:spPr>
          <a:xfrm>
            <a:off x="2828925" y="6753225"/>
            <a:ext cx="275687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Eket</a:t>
            </a:r>
            <a:endParaRPr lang="en-US" sz="975" dirty="0"/>
          </a:p>
        </p:txBody>
      </p:sp>
      <p:sp>
        <p:nvSpPr>
          <p:cNvPr id="107" name="Text 105"/>
          <p:cNvSpPr/>
          <p:nvPr/>
        </p:nvSpPr>
        <p:spPr>
          <a:xfrm>
            <a:off x="5653460" y="6753225"/>
            <a:ext cx="201431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3,240</a:t>
            </a:r>
            <a:endParaRPr lang="en-US" sz="975" dirty="0"/>
          </a:p>
        </p:txBody>
      </p:sp>
      <p:sp>
        <p:nvSpPr>
          <p:cNvPr id="108" name="Text 106"/>
          <p:cNvSpPr/>
          <p:nvPr/>
        </p:nvSpPr>
        <p:spPr>
          <a:xfrm>
            <a:off x="7743974" y="6753225"/>
            <a:ext cx="13374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1,490</a:t>
            </a:r>
            <a:endParaRPr lang="en-US" sz="975" dirty="0"/>
          </a:p>
        </p:txBody>
      </p:sp>
      <p:sp>
        <p:nvSpPr>
          <p:cNvPr id="109" name="Text 107"/>
          <p:cNvSpPr/>
          <p:nvPr/>
        </p:nvSpPr>
        <p:spPr>
          <a:xfrm>
            <a:off x="9157618" y="6753225"/>
            <a:ext cx="1996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1,110</a:t>
            </a:r>
            <a:endParaRPr lang="en-US" sz="975" dirty="0"/>
          </a:p>
        </p:txBody>
      </p:sp>
      <p:sp>
        <p:nvSpPr>
          <p:cNvPr id="110" name="Shape 108"/>
          <p:cNvSpPr/>
          <p:nvPr/>
        </p:nvSpPr>
        <p:spPr>
          <a:xfrm>
            <a:off x="11229975" y="6793706"/>
            <a:ext cx="1085850" cy="76200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1" name="Shape 109"/>
          <p:cNvSpPr/>
          <p:nvPr/>
        </p:nvSpPr>
        <p:spPr>
          <a:xfrm>
            <a:off x="11229975" y="6793706"/>
            <a:ext cx="803523" cy="76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2" name="Text 110"/>
          <p:cNvSpPr/>
          <p:nvPr/>
        </p:nvSpPr>
        <p:spPr>
          <a:xfrm>
            <a:off x="12334875" y="6757988"/>
            <a:ext cx="457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975" dirty="0"/>
          </a:p>
        </p:txBody>
      </p:sp>
      <p:sp>
        <p:nvSpPr>
          <p:cNvPr id="113" name="Shape 111"/>
          <p:cNvSpPr/>
          <p:nvPr/>
        </p:nvSpPr>
        <p:spPr>
          <a:xfrm>
            <a:off x="2752725" y="7372350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4" name="Text 112"/>
          <p:cNvSpPr/>
          <p:nvPr/>
        </p:nvSpPr>
        <p:spPr>
          <a:xfrm>
            <a:off x="2828925" y="7119938"/>
            <a:ext cx="275687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115" name="Text 113"/>
          <p:cNvSpPr/>
          <p:nvPr/>
        </p:nvSpPr>
        <p:spPr>
          <a:xfrm>
            <a:off x="5653460" y="7119938"/>
            <a:ext cx="201431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2,760</a:t>
            </a:r>
            <a:endParaRPr lang="en-US" sz="975" dirty="0"/>
          </a:p>
        </p:txBody>
      </p:sp>
      <p:sp>
        <p:nvSpPr>
          <p:cNvPr id="116" name="Text 114"/>
          <p:cNvSpPr/>
          <p:nvPr/>
        </p:nvSpPr>
        <p:spPr>
          <a:xfrm>
            <a:off x="7743974" y="7119938"/>
            <a:ext cx="13374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1,320</a:t>
            </a:r>
            <a:endParaRPr lang="en-US" sz="975" dirty="0"/>
          </a:p>
        </p:txBody>
      </p:sp>
      <p:sp>
        <p:nvSpPr>
          <p:cNvPr id="117" name="Text 115"/>
          <p:cNvSpPr/>
          <p:nvPr/>
        </p:nvSpPr>
        <p:spPr>
          <a:xfrm>
            <a:off x="9157618" y="7119938"/>
            <a:ext cx="1996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880</a:t>
            </a:r>
            <a:endParaRPr lang="en-US" sz="975" dirty="0"/>
          </a:p>
        </p:txBody>
      </p:sp>
      <p:sp>
        <p:nvSpPr>
          <p:cNvPr id="118" name="Shape 116"/>
          <p:cNvSpPr/>
          <p:nvPr/>
        </p:nvSpPr>
        <p:spPr>
          <a:xfrm>
            <a:off x="11229975" y="7160419"/>
            <a:ext cx="1085850" cy="76200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9" name="Shape 117"/>
          <p:cNvSpPr/>
          <p:nvPr/>
        </p:nvSpPr>
        <p:spPr>
          <a:xfrm>
            <a:off x="11229975" y="7160419"/>
            <a:ext cx="727472" cy="76200"/>
          </a:xfrm>
          <a:prstGeom prst="roundRect">
            <a:avLst>
              <a:gd name="adj" fmla="val 50000"/>
            </a:avLst>
          </a:prstGeom>
          <a:solidFill>
            <a:srgbClr val="C276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0" name="Text 118"/>
          <p:cNvSpPr/>
          <p:nvPr/>
        </p:nvSpPr>
        <p:spPr>
          <a:xfrm>
            <a:off x="12334875" y="7124700"/>
            <a:ext cx="457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C27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975" dirty="0"/>
          </a:p>
        </p:txBody>
      </p:sp>
      <p:sp>
        <p:nvSpPr>
          <p:cNvPr id="121" name="Shape 119"/>
          <p:cNvSpPr/>
          <p:nvPr/>
        </p:nvSpPr>
        <p:spPr>
          <a:xfrm>
            <a:off x="2752725" y="7739062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2" name="Text 120"/>
          <p:cNvSpPr/>
          <p:nvPr/>
        </p:nvSpPr>
        <p:spPr>
          <a:xfrm>
            <a:off x="2828925" y="7486650"/>
            <a:ext cx="275687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Oron</a:t>
            </a:r>
            <a:endParaRPr lang="en-US" sz="975" dirty="0"/>
          </a:p>
        </p:txBody>
      </p:sp>
      <p:sp>
        <p:nvSpPr>
          <p:cNvPr id="123" name="Text 121"/>
          <p:cNvSpPr/>
          <p:nvPr/>
        </p:nvSpPr>
        <p:spPr>
          <a:xfrm>
            <a:off x="5653460" y="7486650"/>
            <a:ext cx="201431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2,180</a:t>
            </a:r>
            <a:endParaRPr lang="en-US" sz="975" dirty="0"/>
          </a:p>
        </p:txBody>
      </p:sp>
      <p:sp>
        <p:nvSpPr>
          <p:cNvPr id="124" name="Text 122"/>
          <p:cNvSpPr/>
          <p:nvPr/>
        </p:nvSpPr>
        <p:spPr>
          <a:xfrm>
            <a:off x="7743974" y="7486650"/>
            <a:ext cx="13374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1,180</a:t>
            </a:r>
            <a:endParaRPr lang="en-US" sz="975" dirty="0"/>
          </a:p>
        </p:txBody>
      </p:sp>
      <p:sp>
        <p:nvSpPr>
          <p:cNvPr id="125" name="Text 123"/>
          <p:cNvSpPr/>
          <p:nvPr/>
        </p:nvSpPr>
        <p:spPr>
          <a:xfrm>
            <a:off x="9157618" y="7486650"/>
            <a:ext cx="1996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</a:t>
            </a:r>
            <a:endParaRPr lang="en-US" sz="975" dirty="0"/>
          </a:p>
        </p:txBody>
      </p:sp>
      <p:sp>
        <p:nvSpPr>
          <p:cNvPr id="126" name="Shape 124"/>
          <p:cNvSpPr/>
          <p:nvPr/>
        </p:nvSpPr>
        <p:spPr>
          <a:xfrm>
            <a:off x="11229975" y="7527131"/>
            <a:ext cx="1085850" cy="76200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7" name="Shape 125"/>
          <p:cNvSpPr/>
          <p:nvPr/>
        </p:nvSpPr>
        <p:spPr>
          <a:xfrm>
            <a:off x="11229975" y="7527131"/>
            <a:ext cx="868635" cy="76200"/>
          </a:xfrm>
          <a:prstGeom prst="roundRect">
            <a:avLst>
              <a:gd name="adj" fmla="val 50000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8" name="Text 126"/>
          <p:cNvSpPr/>
          <p:nvPr/>
        </p:nvSpPr>
        <p:spPr>
          <a:xfrm>
            <a:off x="12334875" y="7491413"/>
            <a:ext cx="457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75" dirty="0"/>
          </a:p>
        </p:txBody>
      </p:sp>
      <p:sp>
        <p:nvSpPr>
          <p:cNvPr id="129" name="Shape 127"/>
          <p:cNvSpPr/>
          <p:nvPr/>
        </p:nvSpPr>
        <p:spPr>
          <a:xfrm>
            <a:off x="2752725" y="8105775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0" name="Text 128"/>
          <p:cNvSpPr/>
          <p:nvPr/>
        </p:nvSpPr>
        <p:spPr>
          <a:xfrm>
            <a:off x="2828925" y="7853363"/>
            <a:ext cx="275687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Etinan</a:t>
            </a:r>
            <a:endParaRPr lang="en-US" sz="975" dirty="0"/>
          </a:p>
        </p:txBody>
      </p:sp>
      <p:sp>
        <p:nvSpPr>
          <p:cNvPr id="131" name="Text 129"/>
          <p:cNvSpPr/>
          <p:nvPr/>
        </p:nvSpPr>
        <p:spPr>
          <a:xfrm>
            <a:off x="5653460" y="7853363"/>
            <a:ext cx="201431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2,540</a:t>
            </a:r>
            <a:endParaRPr lang="en-US" sz="975" dirty="0"/>
          </a:p>
        </p:txBody>
      </p:sp>
      <p:sp>
        <p:nvSpPr>
          <p:cNvPr id="132" name="Text 130"/>
          <p:cNvSpPr/>
          <p:nvPr/>
        </p:nvSpPr>
        <p:spPr>
          <a:xfrm>
            <a:off x="7743974" y="7853363"/>
            <a:ext cx="13374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1,090</a:t>
            </a:r>
            <a:endParaRPr lang="en-US" sz="975" dirty="0"/>
          </a:p>
        </p:txBody>
      </p:sp>
      <p:sp>
        <p:nvSpPr>
          <p:cNvPr id="133" name="Text 131"/>
          <p:cNvSpPr/>
          <p:nvPr/>
        </p:nvSpPr>
        <p:spPr>
          <a:xfrm>
            <a:off x="9157618" y="7853363"/>
            <a:ext cx="1996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</a:t>
            </a:r>
            <a:endParaRPr lang="en-US" sz="975" dirty="0"/>
          </a:p>
        </p:txBody>
      </p:sp>
      <p:sp>
        <p:nvSpPr>
          <p:cNvPr id="134" name="Shape 132"/>
          <p:cNvSpPr/>
          <p:nvPr/>
        </p:nvSpPr>
        <p:spPr>
          <a:xfrm>
            <a:off x="11229975" y="7893844"/>
            <a:ext cx="1085850" cy="76200"/>
          </a:xfrm>
          <a:prstGeom prst="roundRect">
            <a:avLst>
              <a:gd name="adj" fmla="val 50000"/>
            </a:avLst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5" name="Shape 133"/>
          <p:cNvSpPr/>
          <p:nvPr/>
        </p:nvSpPr>
        <p:spPr>
          <a:xfrm>
            <a:off x="11229975" y="7893844"/>
            <a:ext cx="760065" cy="76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6" name="Text 134"/>
          <p:cNvSpPr/>
          <p:nvPr/>
        </p:nvSpPr>
        <p:spPr>
          <a:xfrm>
            <a:off x="12334875" y="7858125"/>
            <a:ext cx="457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8685609"/>
          </a:xfrm>
          <a:prstGeom prst="rect">
            <a:avLst/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0" y="571500"/>
            <a:ext cx="2190750" cy="8685609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90500" y="742950"/>
            <a:ext cx="18859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90" dirty="0">
                <a:solidFill>
                  <a:srgbClr val="6FA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0" y="1019175"/>
            <a:ext cx="2190750" cy="371475"/>
          </a:xfrm>
          <a:prstGeom prst="rect">
            <a:avLst/>
          </a:prstGeom>
          <a:solidFill>
            <a:srgbClr val="0C56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0" y="1019175"/>
            <a:ext cx="28575" cy="3714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80975" y="1123950"/>
            <a:ext cx="2476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300" y="1128713"/>
            <a:ext cx="7285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0975" y="1495425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300" y="1502569"/>
            <a:ext cx="126533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Vouchers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0975" y="1876425"/>
            <a:ext cx="2476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5300" y="1885950"/>
            <a:ext cx="10223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Register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52400" y="8376047"/>
            <a:ext cx="1885950" cy="709613"/>
          </a:xfrm>
          <a:prstGeom prst="roundRect">
            <a:avLst>
              <a:gd name="adj" fmla="val 13423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95275" y="8518922"/>
            <a:ext cx="17602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 AS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95275" y="8671322"/>
            <a:ext cx="17602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Admin</a:t>
            </a:r>
            <a:endParaRPr lang="en-US" sz="975" dirty="0"/>
          </a:p>
        </p:txBody>
      </p:sp>
      <p:sp>
        <p:nvSpPr>
          <p:cNvPr id="30" name="Text 28">
            <a:hlinkClick r:id="rId3"/>
          </p:cNvPr>
          <p:cNvSpPr/>
          <p:nvPr/>
        </p:nvSpPr>
        <p:spPr>
          <a:xfrm>
            <a:off x="295275" y="8818959"/>
            <a:ext cx="17602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2533650" y="857250"/>
            <a:ext cx="116090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7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 PRODUCTION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33650" y="1028700"/>
            <a:ext cx="116090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Secured QR Vouchers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2533650" y="1547813"/>
            <a:ext cx="3619500" cy="4747022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752725" y="1766888"/>
            <a:ext cx="349948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Run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52725" y="2114550"/>
            <a:ext cx="34994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FOOD ITEM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52725" y="2333625"/>
            <a:ext cx="1009650" cy="700088"/>
          </a:xfrm>
          <a:prstGeom prst="roundRect">
            <a:avLst>
              <a:gd name="adj" fmla="val 13605"/>
            </a:avLst>
          </a:prstGeom>
          <a:solidFill>
            <a:srgbClr val="EEF6F0"/>
          </a:solidFill>
          <a:ln w="14288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101727" y="2471738"/>
            <a:ext cx="3116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🍚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095551" y="2747963"/>
            <a:ext cx="32392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3838575" y="2333625"/>
            <a:ext cx="1009650" cy="70008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14288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187577" y="2471738"/>
            <a:ext cx="3116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🫘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129683" y="2747963"/>
            <a:ext cx="42736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4924425" y="2333625"/>
            <a:ext cx="1009650" cy="700088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14288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273427" y="2471738"/>
            <a:ext cx="3116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253558" y="2747963"/>
            <a:ext cx="3513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Garri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2752725" y="3224213"/>
            <a:ext cx="34994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VOUCHERS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52725" y="3443288"/>
            <a:ext cx="738188" cy="366713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14288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2767013" y="3552825"/>
            <a:ext cx="70961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3567113" y="3443288"/>
            <a:ext cx="738188" cy="366713"/>
          </a:xfrm>
          <a:prstGeom prst="roundRect">
            <a:avLst>
              <a:gd name="adj" fmla="val 23377"/>
            </a:avLst>
          </a:prstGeom>
          <a:solidFill>
            <a:srgbClr val="F9F3E2"/>
          </a:solidFill>
          <a:ln w="14288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3581400" y="3552825"/>
            <a:ext cx="70961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4381500" y="3443288"/>
            <a:ext cx="738188" cy="366713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14288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4395788" y="3552825"/>
            <a:ext cx="70961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5195888" y="3443288"/>
            <a:ext cx="738188" cy="366713"/>
          </a:xfrm>
          <a:prstGeom prst="roundRect">
            <a:avLst>
              <a:gd name="adj" fmla="val 23377"/>
            </a:avLst>
          </a:prstGeom>
          <a:solidFill>
            <a:srgbClr val="FFFFFF"/>
          </a:solidFill>
          <a:ln w="14288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5210175" y="3552825"/>
            <a:ext cx="70961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2752725" y="3943350"/>
            <a:ext cx="3181350" cy="1127522"/>
          </a:xfrm>
          <a:prstGeom prst="roundRect">
            <a:avLst>
              <a:gd name="adj" fmla="val 8448"/>
            </a:avLst>
          </a:prstGeom>
          <a:solidFill>
            <a:srgbClr val="F4F6F2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2895600" y="4086225"/>
            <a:ext cx="334417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5233764" y="4086225"/>
            <a:ext cx="63363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· 5kg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2895600" y="4296668"/>
            <a:ext cx="57112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5584552" y="4296668"/>
            <a:ext cx="28284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b="1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2895600" y="4507111"/>
            <a:ext cx="782464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prefix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5246563" y="4507111"/>
            <a:ext cx="620837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b="1" dirty="0">
                <a:solidFill>
                  <a:srgbClr val="3C51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RC-2026-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2895600" y="4717554"/>
            <a:ext cx="509885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4676329" y="4717554"/>
            <a:ext cx="1191071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b="1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months from issue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2752725" y="5242322"/>
            <a:ext cx="3181350" cy="423863"/>
          </a:xfrm>
          <a:prstGeom prst="roundRect">
            <a:avLst>
              <a:gd name="adj" fmla="val 22472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2828830" y="5366147"/>
            <a:ext cx="302914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Generate &amp; Hash Batch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705005" y="5761434"/>
            <a:ext cx="327679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82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voucher carries a unique serial and a SHA-hashed payload. Single-use — invalid once redeemed.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6362700" y="1547813"/>
            <a:ext cx="6724650" cy="44383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6581775" y="1774031"/>
            <a:ext cx="187007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B-049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581775" y="1969294"/>
            <a:ext cx="18700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× Rice · 5kg · valid 3 months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1554048" y="1766888"/>
            <a:ext cx="1314227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11668348" y="1862138"/>
            <a:ext cx="10856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⎙ Print Vouchers</a:t>
            </a:r>
            <a:endParaRPr lang="en-US" sz="975" dirty="0"/>
          </a:p>
        </p:txBody>
      </p:sp>
      <p:sp>
        <p:nvSpPr>
          <p:cNvPr id="71" name="Shape 69"/>
          <p:cNvSpPr/>
          <p:nvPr/>
        </p:nvSpPr>
        <p:spPr>
          <a:xfrm>
            <a:off x="6581775" y="2262188"/>
            <a:ext cx="3076575" cy="1447651"/>
          </a:xfrm>
          <a:prstGeom prst="roundRect">
            <a:avLst>
              <a:gd name="adj" fmla="val 7896"/>
            </a:avLst>
          </a:prstGeom>
          <a:solidFill>
            <a:srgbClr val="FBFCFA"/>
          </a:solidFill>
          <a:ln w="9525">
            <a:solidFill>
              <a:srgbClr val="D8E0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6591300" y="2271713"/>
            <a:ext cx="3057525" cy="276225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6705600" y="2347913"/>
            <a:ext cx="14182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FOOD VOUCHER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9102849" y="2352675"/>
            <a:ext cx="5078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· 5kg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715125" y="2671763"/>
            <a:ext cx="742950" cy="742950"/>
          </a:xfrm>
          <a:prstGeom prst="roundRect">
            <a:avLst>
              <a:gd name="adj" fmla="val 7692"/>
            </a:avLst>
          </a:prstGeom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2671763"/>
            <a:ext cx="742950" cy="742950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7572375" y="2671763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kern="0" spc="3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</a:t>
            </a:r>
            <a:endParaRPr lang="en-US" sz="675" dirty="0"/>
          </a:p>
        </p:txBody>
      </p:sp>
      <p:sp>
        <p:nvSpPr>
          <p:cNvPr id="78" name="Text 75"/>
          <p:cNvSpPr/>
          <p:nvPr/>
        </p:nvSpPr>
        <p:spPr>
          <a:xfrm>
            <a:off x="7572375" y="2817465"/>
            <a:ext cx="955997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RC-2026-014625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7572375" y="3059385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kern="0" spc="3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675" dirty="0"/>
          </a:p>
        </p:txBody>
      </p:sp>
      <p:sp>
        <p:nvSpPr>
          <p:cNvPr id="80" name="Text 77"/>
          <p:cNvSpPr/>
          <p:nvPr/>
        </p:nvSpPr>
        <p:spPr>
          <a:xfrm>
            <a:off x="7572375" y="3205088"/>
            <a:ext cx="955997" cy="216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0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1b0ab45b</a:t>
            </a:r>
            <a:endParaRPr lang="en-US" sz="825" dirty="0"/>
          </a:p>
        </p:txBody>
      </p:sp>
      <p:sp>
        <p:nvSpPr>
          <p:cNvPr id="81" name="Text 78"/>
          <p:cNvSpPr/>
          <p:nvPr/>
        </p:nvSpPr>
        <p:spPr>
          <a:xfrm>
            <a:off x="7572375" y="3430786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to 30 Sep 2026</a:t>
            </a:r>
            <a:endParaRPr lang="en-US" sz="675" dirty="0"/>
          </a:p>
        </p:txBody>
      </p:sp>
      <p:sp>
        <p:nvSpPr>
          <p:cNvPr id="82" name="Shape 79"/>
          <p:cNvSpPr/>
          <p:nvPr/>
        </p:nvSpPr>
        <p:spPr>
          <a:xfrm>
            <a:off x="9791700" y="2262188"/>
            <a:ext cx="3076575" cy="1447651"/>
          </a:xfrm>
          <a:prstGeom prst="roundRect">
            <a:avLst>
              <a:gd name="adj" fmla="val 7896"/>
            </a:avLst>
          </a:prstGeom>
          <a:solidFill>
            <a:srgbClr val="FBFCFA"/>
          </a:solidFill>
          <a:ln w="9525">
            <a:solidFill>
              <a:srgbClr val="D8E0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9801225" y="2271713"/>
            <a:ext cx="3057525" cy="276225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/>
          <p:nvPr/>
        </p:nvSpPr>
        <p:spPr>
          <a:xfrm>
            <a:off x="9915525" y="2347913"/>
            <a:ext cx="14182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FOOD VOUCHER</a:t>
            </a:r>
            <a:endParaRPr lang="en-US" sz="825" dirty="0"/>
          </a:p>
        </p:txBody>
      </p:sp>
      <p:sp>
        <p:nvSpPr>
          <p:cNvPr id="85" name="Text 82"/>
          <p:cNvSpPr/>
          <p:nvPr/>
        </p:nvSpPr>
        <p:spPr>
          <a:xfrm>
            <a:off x="12312774" y="2352675"/>
            <a:ext cx="5078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· 5kg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9925050" y="2671763"/>
            <a:ext cx="742950" cy="742950"/>
          </a:xfrm>
          <a:prstGeom prst="roundRect">
            <a:avLst>
              <a:gd name="adj" fmla="val 7692"/>
            </a:avLst>
          </a:prstGeom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050" y="2671763"/>
            <a:ext cx="742950" cy="742950"/>
          </a:xfrm>
          <a:prstGeom prst="rect">
            <a:avLst/>
          </a:prstGeom>
        </p:spPr>
      </p:pic>
      <p:sp>
        <p:nvSpPr>
          <p:cNvPr id="88" name="Text 84"/>
          <p:cNvSpPr/>
          <p:nvPr/>
        </p:nvSpPr>
        <p:spPr>
          <a:xfrm>
            <a:off x="10782300" y="2671763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kern="0" spc="3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</a:t>
            </a:r>
            <a:endParaRPr lang="en-US" sz="675" dirty="0"/>
          </a:p>
        </p:txBody>
      </p:sp>
      <p:sp>
        <p:nvSpPr>
          <p:cNvPr id="89" name="Text 85"/>
          <p:cNvSpPr/>
          <p:nvPr/>
        </p:nvSpPr>
        <p:spPr>
          <a:xfrm>
            <a:off x="10782300" y="2817465"/>
            <a:ext cx="955997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RC-2026-014626</a:t>
            </a:r>
            <a:endParaRPr lang="en-US" sz="900" dirty="0"/>
          </a:p>
        </p:txBody>
      </p:sp>
      <p:sp>
        <p:nvSpPr>
          <p:cNvPr id="90" name="Text 86"/>
          <p:cNvSpPr/>
          <p:nvPr/>
        </p:nvSpPr>
        <p:spPr>
          <a:xfrm>
            <a:off x="10782300" y="3059385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kern="0" spc="3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675" dirty="0"/>
          </a:p>
        </p:txBody>
      </p:sp>
      <p:sp>
        <p:nvSpPr>
          <p:cNvPr id="91" name="Text 87"/>
          <p:cNvSpPr/>
          <p:nvPr/>
        </p:nvSpPr>
        <p:spPr>
          <a:xfrm>
            <a:off x="10782300" y="3205088"/>
            <a:ext cx="955997" cy="216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0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0f54257a</a:t>
            </a:r>
            <a:endParaRPr lang="en-US" sz="825" dirty="0"/>
          </a:p>
        </p:txBody>
      </p:sp>
      <p:sp>
        <p:nvSpPr>
          <p:cNvPr id="92" name="Text 88"/>
          <p:cNvSpPr/>
          <p:nvPr/>
        </p:nvSpPr>
        <p:spPr>
          <a:xfrm>
            <a:off x="10782300" y="3430786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to 30 Sep 2026</a:t>
            </a:r>
            <a:endParaRPr lang="en-US" sz="675" dirty="0"/>
          </a:p>
        </p:txBody>
      </p:sp>
      <p:sp>
        <p:nvSpPr>
          <p:cNvPr id="93" name="Shape 89"/>
          <p:cNvSpPr/>
          <p:nvPr/>
        </p:nvSpPr>
        <p:spPr>
          <a:xfrm>
            <a:off x="6581775" y="3843189"/>
            <a:ext cx="3076575" cy="1447651"/>
          </a:xfrm>
          <a:prstGeom prst="roundRect">
            <a:avLst>
              <a:gd name="adj" fmla="val 7896"/>
            </a:avLst>
          </a:prstGeom>
          <a:solidFill>
            <a:srgbClr val="FBFCFA"/>
          </a:solidFill>
          <a:ln w="9525">
            <a:solidFill>
              <a:srgbClr val="D8E0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0"/>
          <p:cNvSpPr/>
          <p:nvPr/>
        </p:nvSpPr>
        <p:spPr>
          <a:xfrm>
            <a:off x="6591300" y="3852714"/>
            <a:ext cx="3057525" cy="276225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5" name="Text 91"/>
          <p:cNvSpPr/>
          <p:nvPr/>
        </p:nvSpPr>
        <p:spPr>
          <a:xfrm>
            <a:off x="6705600" y="3928914"/>
            <a:ext cx="14182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FOOD VOUCHER</a:t>
            </a:r>
            <a:endParaRPr lang="en-US" sz="825" dirty="0"/>
          </a:p>
        </p:txBody>
      </p:sp>
      <p:sp>
        <p:nvSpPr>
          <p:cNvPr id="96" name="Text 92"/>
          <p:cNvSpPr/>
          <p:nvPr/>
        </p:nvSpPr>
        <p:spPr>
          <a:xfrm>
            <a:off x="9102849" y="3933676"/>
            <a:ext cx="5078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· 5kg</a:t>
            </a:r>
            <a:endParaRPr lang="en-US" sz="750" dirty="0"/>
          </a:p>
        </p:txBody>
      </p:sp>
      <p:sp>
        <p:nvSpPr>
          <p:cNvPr id="97" name="Shape 93"/>
          <p:cNvSpPr/>
          <p:nvPr/>
        </p:nvSpPr>
        <p:spPr>
          <a:xfrm>
            <a:off x="6715125" y="4252764"/>
            <a:ext cx="742950" cy="742950"/>
          </a:xfrm>
          <a:prstGeom prst="roundRect">
            <a:avLst>
              <a:gd name="adj" fmla="val 7692"/>
            </a:avLst>
          </a:prstGeom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4252764"/>
            <a:ext cx="742950" cy="742950"/>
          </a:xfrm>
          <a:prstGeom prst="rect">
            <a:avLst/>
          </a:prstGeom>
        </p:spPr>
      </p:pic>
      <p:sp>
        <p:nvSpPr>
          <p:cNvPr id="99" name="Text 94"/>
          <p:cNvSpPr/>
          <p:nvPr/>
        </p:nvSpPr>
        <p:spPr>
          <a:xfrm>
            <a:off x="7572375" y="4252764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kern="0" spc="3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</a:t>
            </a:r>
            <a:endParaRPr lang="en-US" sz="675" dirty="0"/>
          </a:p>
        </p:txBody>
      </p:sp>
      <p:sp>
        <p:nvSpPr>
          <p:cNvPr id="100" name="Text 95"/>
          <p:cNvSpPr/>
          <p:nvPr/>
        </p:nvSpPr>
        <p:spPr>
          <a:xfrm>
            <a:off x="7572375" y="4398466"/>
            <a:ext cx="955997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RC-2026-014627</a:t>
            </a:r>
            <a:endParaRPr lang="en-US" sz="900" dirty="0"/>
          </a:p>
        </p:txBody>
      </p:sp>
      <p:sp>
        <p:nvSpPr>
          <p:cNvPr id="101" name="Text 96"/>
          <p:cNvSpPr/>
          <p:nvPr/>
        </p:nvSpPr>
        <p:spPr>
          <a:xfrm>
            <a:off x="7572375" y="4640387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kern="0" spc="3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675" dirty="0"/>
          </a:p>
        </p:txBody>
      </p:sp>
      <p:sp>
        <p:nvSpPr>
          <p:cNvPr id="102" name="Text 97"/>
          <p:cNvSpPr/>
          <p:nvPr/>
        </p:nvSpPr>
        <p:spPr>
          <a:xfrm>
            <a:off x="7572375" y="4786089"/>
            <a:ext cx="955997" cy="216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0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039d9699</a:t>
            </a:r>
            <a:endParaRPr lang="en-US" sz="825" dirty="0"/>
          </a:p>
        </p:txBody>
      </p:sp>
      <p:sp>
        <p:nvSpPr>
          <p:cNvPr id="103" name="Text 98"/>
          <p:cNvSpPr/>
          <p:nvPr/>
        </p:nvSpPr>
        <p:spPr>
          <a:xfrm>
            <a:off x="7572375" y="5011787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to 30 Sep 2026</a:t>
            </a:r>
            <a:endParaRPr lang="en-US" sz="675" dirty="0"/>
          </a:p>
        </p:txBody>
      </p:sp>
      <p:sp>
        <p:nvSpPr>
          <p:cNvPr id="104" name="Shape 99"/>
          <p:cNvSpPr/>
          <p:nvPr/>
        </p:nvSpPr>
        <p:spPr>
          <a:xfrm>
            <a:off x="9791700" y="3843189"/>
            <a:ext cx="3076575" cy="1447651"/>
          </a:xfrm>
          <a:prstGeom prst="roundRect">
            <a:avLst>
              <a:gd name="adj" fmla="val 7896"/>
            </a:avLst>
          </a:prstGeom>
          <a:solidFill>
            <a:srgbClr val="FBFCFA"/>
          </a:solidFill>
          <a:ln w="9525">
            <a:solidFill>
              <a:srgbClr val="D8E0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0"/>
          <p:cNvSpPr/>
          <p:nvPr/>
        </p:nvSpPr>
        <p:spPr>
          <a:xfrm>
            <a:off x="9801225" y="3852714"/>
            <a:ext cx="3057525" cy="276225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6" name="Text 101"/>
          <p:cNvSpPr/>
          <p:nvPr/>
        </p:nvSpPr>
        <p:spPr>
          <a:xfrm>
            <a:off x="9915525" y="3928914"/>
            <a:ext cx="14182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FOOD VOUCHER</a:t>
            </a:r>
            <a:endParaRPr lang="en-US" sz="825" dirty="0"/>
          </a:p>
        </p:txBody>
      </p:sp>
      <p:sp>
        <p:nvSpPr>
          <p:cNvPr id="107" name="Text 102"/>
          <p:cNvSpPr/>
          <p:nvPr/>
        </p:nvSpPr>
        <p:spPr>
          <a:xfrm>
            <a:off x="12312774" y="3933676"/>
            <a:ext cx="5078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· 5kg</a:t>
            </a:r>
            <a:endParaRPr lang="en-US" sz="750" dirty="0"/>
          </a:p>
        </p:txBody>
      </p:sp>
      <p:sp>
        <p:nvSpPr>
          <p:cNvPr id="108" name="Shape 103"/>
          <p:cNvSpPr/>
          <p:nvPr/>
        </p:nvSpPr>
        <p:spPr>
          <a:xfrm>
            <a:off x="9925050" y="4252764"/>
            <a:ext cx="742950" cy="742950"/>
          </a:xfrm>
          <a:prstGeom prst="roundRect">
            <a:avLst>
              <a:gd name="adj" fmla="val 7692"/>
            </a:avLst>
          </a:prstGeom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5050" y="4252764"/>
            <a:ext cx="742950" cy="742950"/>
          </a:xfrm>
          <a:prstGeom prst="rect">
            <a:avLst/>
          </a:prstGeom>
        </p:spPr>
      </p:pic>
      <p:sp>
        <p:nvSpPr>
          <p:cNvPr id="110" name="Text 104"/>
          <p:cNvSpPr/>
          <p:nvPr/>
        </p:nvSpPr>
        <p:spPr>
          <a:xfrm>
            <a:off x="10782300" y="4252764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kern="0" spc="3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</a:t>
            </a:r>
            <a:endParaRPr lang="en-US" sz="675" dirty="0"/>
          </a:p>
        </p:txBody>
      </p:sp>
      <p:sp>
        <p:nvSpPr>
          <p:cNvPr id="111" name="Text 105"/>
          <p:cNvSpPr/>
          <p:nvPr/>
        </p:nvSpPr>
        <p:spPr>
          <a:xfrm>
            <a:off x="10782300" y="4398466"/>
            <a:ext cx="955997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RC-2026-014628</a:t>
            </a:r>
            <a:endParaRPr lang="en-US" sz="900" dirty="0"/>
          </a:p>
        </p:txBody>
      </p:sp>
      <p:sp>
        <p:nvSpPr>
          <p:cNvPr id="112" name="Text 106"/>
          <p:cNvSpPr/>
          <p:nvPr/>
        </p:nvSpPr>
        <p:spPr>
          <a:xfrm>
            <a:off x="10782300" y="4640387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kern="0" spc="3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675" dirty="0"/>
          </a:p>
        </p:txBody>
      </p:sp>
      <p:sp>
        <p:nvSpPr>
          <p:cNvPr id="113" name="Text 107"/>
          <p:cNvSpPr/>
          <p:nvPr/>
        </p:nvSpPr>
        <p:spPr>
          <a:xfrm>
            <a:off x="10782300" y="4786089"/>
            <a:ext cx="955997" cy="216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0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f7e707b8</a:t>
            </a:r>
            <a:endParaRPr lang="en-US" sz="825" dirty="0"/>
          </a:p>
        </p:txBody>
      </p:sp>
      <p:sp>
        <p:nvSpPr>
          <p:cNvPr id="114" name="Text 108"/>
          <p:cNvSpPr/>
          <p:nvPr/>
        </p:nvSpPr>
        <p:spPr>
          <a:xfrm>
            <a:off x="10782300" y="5011787"/>
            <a:ext cx="955997" cy="18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67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to 30 Sep 2026</a:t>
            </a:r>
            <a:endParaRPr lang="en-US" sz="675" dirty="0"/>
          </a:p>
        </p:txBody>
      </p:sp>
      <p:sp>
        <p:nvSpPr>
          <p:cNvPr id="115" name="Shape 109"/>
          <p:cNvSpPr/>
          <p:nvPr/>
        </p:nvSpPr>
        <p:spPr>
          <a:xfrm>
            <a:off x="6581775" y="5462290"/>
            <a:ext cx="6286500" cy="304800"/>
          </a:xfrm>
          <a:prstGeom prst="roundRect">
            <a:avLst>
              <a:gd name="adj" fmla="val 25000"/>
            </a:avLst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6" name="Text 110"/>
          <p:cNvSpPr/>
          <p:nvPr/>
        </p:nvSpPr>
        <p:spPr>
          <a:xfrm>
            <a:off x="6573203" y="5548015"/>
            <a:ext cx="63036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1837A"/>
                </a:solidFill>
                <a:highlight>
                  <a:srgbClr val="F4F6F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Showing 4 of </a:t>
            </a: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</a:t>
            </a:r>
            <a:r>
              <a:rPr lang="en-US" sz="900" dirty="0">
                <a:solidFill>
                  <a:srgbClr val="71837A"/>
                </a:solidFill>
                <a:highlight>
                  <a:srgbClr val="F4F6F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generated vouchers</a:t>
            </a:r>
            <a:endParaRPr lang="en-US" sz="900" dirty="0"/>
          </a:p>
        </p:txBody>
      </p:sp>
      <p:sp>
        <p:nvSpPr>
          <p:cNvPr id="117" name="Shape 111"/>
          <p:cNvSpPr/>
          <p:nvPr/>
        </p:nvSpPr>
        <p:spPr>
          <a:xfrm>
            <a:off x="2533650" y="6504384"/>
            <a:ext cx="10553700" cy="246697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Text 112"/>
          <p:cNvSpPr/>
          <p:nvPr/>
        </p:nvSpPr>
        <p:spPr>
          <a:xfrm>
            <a:off x="2752725" y="6723459"/>
            <a:ext cx="1112710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History</a:t>
            </a:r>
            <a:endParaRPr lang="en-US" sz="1200" dirty="0"/>
          </a:p>
        </p:txBody>
      </p:sp>
      <p:sp>
        <p:nvSpPr>
          <p:cNvPr id="119" name="Shape 113"/>
          <p:cNvSpPr/>
          <p:nvPr/>
        </p:nvSpPr>
        <p:spPr>
          <a:xfrm>
            <a:off x="2752725" y="7347347"/>
            <a:ext cx="10115550" cy="9525"/>
          </a:xfrm>
          <a:prstGeom prst="rect">
            <a:avLst/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0" name="Text 114"/>
          <p:cNvSpPr/>
          <p:nvPr/>
        </p:nvSpPr>
        <p:spPr>
          <a:xfrm>
            <a:off x="2828925" y="7118747"/>
            <a:ext cx="11065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975" dirty="0"/>
          </a:p>
        </p:txBody>
      </p:sp>
      <p:sp>
        <p:nvSpPr>
          <p:cNvPr id="121" name="Text 115"/>
          <p:cNvSpPr/>
          <p:nvPr/>
        </p:nvSpPr>
        <p:spPr>
          <a:xfrm>
            <a:off x="4011662" y="7118747"/>
            <a:ext cx="11410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975" dirty="0"/>
          </a:p>
        </p:txBody>
      </p:sp>
      <p:sp>
        <p:nvSpPr>
          <p:cNvPr id="122" name="Text 116"/>
          <p:cNvSpPr/>
          <p:nvPr/>
        </p:nvSpPr>
        <p:spPr>
          <a:xfrm>
            <a:off x="5228927" y="7118747"/>
            <a:ext cx="13962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975" dirty="0"/>
          </a:p>
        </p:txBody>
      </p:sp>
      <p:sp>
        <p:nvSpPr>
          <p:cNvPr id="123" name="Text 117"/>
          <p:cNvSpPr/>
          <p:nvPr/>
        </p:nvSpPr>
        <p:spPr>
          <a:xfrm>
            <a:off x="6701358" y="7118747"/>
            <a:ext cx="30204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range</a:t>
            </a:r>
            <a:endParaRPr lang="en-US" sz="975" dirty="0"/>
          </a:p>
        </p:txBody>
      </p:sp>
      <p:sp>
        <p:nvSpPr>
          <p:cNvPr id="124" name="Text 118"/>
          <p:cNvSpPr/>
          <p:nvPr/>
        </p:nvSpPr>
        <p:spPr>
          <a:xfrm>
            <a:off x="9781803" y="7118747"/>
            <a:ext cx="1165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975" dirty="0"/>
          </a:p>
        </p:txBody>
      </p:sp>
      <p:sp>
        <p:nvSpPr>
          <p:cNvPr id="125" name="Text 119"/>
          <p:cNvSpPr/>
          <p:nvPr/>
        </p:nvSpPr>
        <p:spPr>
          <a:xfrm>
            <a:off x="11023178" y="7118747"/>
            <a:ext cx="18450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75" dirty="0"/>
          </a:p>
        </p:txBody>
      </p:sp>
      <p:sp>
        <p:nvSpPr>
          <p:cNvPr id="126" name="Shape 120"/>
          <p:cNvSpPr/>
          <p:nvPr/>
        </p:nvSpPr>
        <p:spPr>
          <a:xfrm>
            <a:off x="2752725" y="7695009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7" name="Text 121"/>
          <p:cNvSpPr/>
          <p:nvPr/>
        </p:nvSpPr>
        <p:spPr>
          <a:xfrm>
            <a:off x="2828925" y="7452122"/>
            <a:ext cx="1106537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B-047</a:t>
            </a:r>
            <a:endParaRPr lang="en-US" sz="975" dirty="0"/>
          </a:p>
        </p:txBody>
      </p:sp>
      <p:sp>
        <p:nvSpPr>
          <p:cNvPr id="128" name="Text 122"/>
          <p:cNvSpPr/>
          <p:nvPr/>
        </p:nvSpPr>
        <p:spPr>
          <a:xfrm>
            <a:off x="4011662" y="7452122"/>
            <a:ext cx="1141065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Garri</a:t>
            </a:r>
            <a:endParaRPr lang="en-US" sz="975" dirty="0"/>
          </a:p>
        </p:txBody>
      </p:sp>
      <p:sp>
        <p:nvSpPr>
          <p:cNvPr id="129" name="Text 123"/>
          <p:cNvSpPr/>
          <p:nvPr/>
        </p:nvSpPr>
        <p:spPr>
          <a:xfrm>
            <a:off x="5228927" y="7452122"/>
            <a:ext cx="1396231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975" dirty="0"/>
          </a:p>
        </p:txBody>
      </p:sp>
      <p:sp>
        <p:nvSpPr>
          <p:cNvPr id="130" name="Text 124"/>
          <p:cNvSpPr/>
          <p:nvPr/>
        </p:nvSpPr>
        <p:spPr>
          <a:xfrm>
            <a:off x="6701358" y="7452122"/>
            <a:ext cx="3020458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GR-201144 → 206143</a:t>
            </a:r>
            <a:endParaRPr lang="en-US" sz="900" dirty="0"/>
          </a:p>
        </p:txBody>
      </p:sp>
      <p:sp>
        <p:nvSpPr>
          <p:cNvPr id="131" name="Text 125"/>
          <p:cNvSpPr/>
          <p:nvPr/>
        </p:nvSpPr>
        <p:spPr>
          <a:xfrm>
            <a:off x="9781803" y="7452122"/>
            <a:ext cx="1165175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4,180</a:t>
            </a:r>
            <a:endParaRPr lang="en-US" sz="975" dirty="0"/>
          </a:p>
        </p:txBody>
      </p:sp>
      <p:sp>
        <p:nvSpPr>
          <p:cNvPr id="132" name="Shape 126"/>
          <p:cNvSpPr/>
          <p:nvPr/>
        </p:nvSpPr>
        <p:spPr>
          <a:xfrm>
            <a:off x="11023178" y="7442597"/>
            <a:ext cx="501774" cy="185738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3" name="Text 127"/>
          <p:cNvSpPr/>
          <p:nvPr/>
        </p:nvSpPr>
        <p:spPr>
          <a:xfrm>
            <a:off x="11118428" y="7471172"/>
            <a:ext cx="38747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134" name="Shape 128"/>
          <p:cNvSpPr/>
          <p:nvPr/>
        </p:nvSpPr>
        <p:spPr>
          <a:xfrm>
            <a:off x="2752725" y="8042672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5" name="Text 129"/>
          <p:cNvSpPr/>
          <p:nvPr/>
        </p:nvSpPr>
        <p:spPr>
          <a:xfrm>
            <a:off x="2828925" y="7799784"/>
            <a:ext cx="1106537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B-046</a:t>
            </a:r>
            <a:endParaRPr lang="en-US" sz="975" dirty="0"/>
          </a:p>
        </p:txBody>
      </p:sp>
      <p:sp>
        <p:nvSpPr>
          <p:cNvPr id="136" name="Text 130"/>
          <p:cNvSpPr/>
          <p:nvPr/>
        </p:nvSpPr>
        <p:spPr>
          <a:xfrm>
            <a:off x="4011662" y="7799784"/>
            <a:ext cx="1141065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</a:t>
            </a:r>
            <a:endParaRPr lang="en-US" sz="975" dirty="0"/>
          </a:p>
        </p:txBody>
      </p:sp>
      <p:sp>
        <p:nvSpPr>
          <p:cNvPr id="137" name="Text 131"/>
          <p:cNvSpPr/>
          <p:nvPr/>
        </p:nvSpPr>
        <p:spPr>
          <a:xfrm>
            <a:off x="5228927" y="7799784"/>
            <a:ext cx="1396231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975" dirty="0"/>
          </a:p>
        </p:txBody>
      </p:sp>
      <p:sp>
        <p:nvSpPr>
          <p:cNvPr id="138" name="Text 132"/>
          <p:cNvSpPr/>
          <p:nvPr/>
        </p:nvSpPr>
        <p:spPr>
          <a:xfrm>
            <a:off x="6701358" y="7799784"/>
            <a:ext cx="3020458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RC-088210 → 093209</a:t>
            </a:r>
            <a:endParaRPr lang="en-US" sz="900" dirty="0"/>
          </a:p>
        </p:txBody>
      </p:sp>
      <p:sp>
        <p:nvSpPr>
          <p:cNvPr id="139" name="Text 133"/>
          <p:cNvSpPr/>
          <p:nvPr/>
        </p:nvSpPr>
        <p:spPr>
          <a:xfrm>
            <a:off x="9781803" y="7799784"/>
            <a:ext cx="1165175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975" dirty="0"/>
          </a:p>
        </p:txBody>
      </p:sp>
      <p:sp>
        <p:nvSpPr>
          <p:cNvPr id="140" name="Shape 134"/>
          <p:cNvSpPr/>
          <p:nvPr/>
        </p:nvSpPr>
        <p:spPr>
          <a:xfrm>
            <a:off x="11023178" y="7790259"/>
            <a:ext cx="648072" cy="185738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1" name="Text 135"/>
          <p:cNvSpPr/>
          <p:nvPr/>
        </p:nvSpPr>
        <p:spPr>
          <a:xfrm>
            <a:off x="11118428" y="7818834"/>
            <a:ext cx="53377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Depleted</a:t>
            </a:r>
            <a:endParaRPr lang="en-US" sz="900" dirty="0"/>
          </a:p>
        </p:txBody>
      </p:sp>
      <p:sp>
        <p:nvSpPr>
          <p:cNvPr id="142" name="Shape 136"/>
          <p:cNvSpPr/>
          <p:nvPr/>
        </p:nvSpPr>
        <p:spPr>
          <a:xfrm>
            <a:off x="2752725" y="8390334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3" name="Text 137"/>
          <p:cNvSpPr/>
          <p:nvPr/>
        </p:nvSpPr>
        <p:spPr>
          <a:xfrm>
            <a:off x="2828925" y="8147447"/>
            <a:ext cx="1106537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B-045</a:t>
            </a:r>
            <a:endParaRPr lang="en-US" sz="975" dirty="0"/>
          </a:p>
        </p:txBody>
      </p:sp>
      <p:sp>
        <p:nvSpPr>
          <p:cNvPr id="144" name="Text 138"/>
          <p:cNvSpPr/>
          <p:nvPr/>
        </p:nvSpPr>
        <p:spPr>
          <a:xfrm>
            <a:off x="4011662" y="8147447"/>
            <a:ext cx="1141065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</a:t>
            </a:r>
            <a:endParaRPr lang="en-US" sz="975" dirty="0"/>
          </a:p>
        </p:txBody>
      </p:sp>
      <p:sp>
        <p:nvSpPr>
          <p:cNvPr id="145" name="Text 139"/>
          <p:cNvSpPr/>
          <p:nvPr/>
        </p:nvSpPr>
        <p:spPr>
          <a:xfrm>
            <a:off x="5228927" y="8147447"/>
            <a:ext cx="1396231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975" dirty="0"/>
          </a:p>
        </p:txBody>
      </p:sp>
      <p:sp>
        <p:nvSpPr>
          <p:cNvPr id="146" name="Text 140"/>
          <p:cNvSpPr/>
          <p:nvPr/>
        </p:nvSpPr>
        <p:spPr>
          <a:xfrm>
            <a:off x="6701358" y="8147447"/>
            <a:ext cx="3020458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BN-044002 → 045001</a:t>
            </a:r>
            <a:endParaRPr lang="en-US" sz="900" dirty="0"/>
          </a:p>
        </p:txBody>
      </p:sp>
      <p:sp>
        <p:nvSpPr>
          <p:cNvPr id="147" name="Text 141"/>
          <p:cNvSpPr/>
          <p:nvPr/>
        </p:nvSpPr>
        <p:spPr>
          <a:xfrm>
            <a:off x="9781803" y="8147447"/>
            <a:ext cx="1165175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</a:t>
            </a:r>
            <a:endParaRPr lang="en-US" sz="975" dirty="0"/>
          </a:p>
        </p:txBody>
      </p:sp>
      <p:sp>
        <p:nvSpPr>
          <p:cNvPr id="148" name="Shape 142"/>
          <p:cNvSpPr/>
          <p:nvPr/>
        </p:nvSpPr>
        <p:spPr>
          <a:xfrm>
            <a:off x="11023178" y="8137922"/>
            <a:ext cx="501774" cy="185738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9" name="Text 143"/>
          <p:cNvSpPr/>
          <p:nvPr/>
        </p:nvSpPr>
        <p:spPr>
          <a:xfrm>
            <a:off x="11118428" y="8166497"/>
            <a:ext cx="38747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150" name="Shape 144"/>
          <p:cNvSpPr/>
          <p:nvPr/>
        </p:nvSpPr>
        <p:spPr>
          <a:xfrm>
            <a:off x="2752725" y="8737997"/>
            <a:ext cx="1011555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1" name="Text 145"/>
          <p:cNvSpPr/>
          <p:nvPr/>
        </p:nvSpPr>
        <p:spPr>
          <a:xfrm>
            <a:off x="2828925" y="8495109"/>
            <a:ext cx="1106537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B-044</a:t>
            </a:r>
            <a:endParaRPr lang="en-US" sz="975" dirty="0"/>
          </a:p>
        </p:txBody>
      </p:sp>
      <p:sp>
        <p:nvSpPr>
          <p:cNvPr id="152" name="Text 146"/>
          <p:cNvSpPr/>
          <p:nvPr/>
        </p:nvSpPr>
        <p:spPr>
          <a:xfrm>
            <a:off x="4011662" y="8495109"/>
            <a:ext cx="1141065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</a:t>
            </a:r>
            <a:endParaRPr lang="en-US" sz="975" dirty="0"/>
          </a:p>
        </p:txBody>
      </p:sp>
      <p:sp>
        <p:nvSpPr>
          <p:cNvPr id="153" name="Text 147"/>
          <p:cNvSpPr/>
          <p:nvPr/>
        </p:nvSpPr>
        <p:spPr>
          <a:xfrm>
            <a:off x="5228927" y="8495109"/>
            <a:ext cx="1396231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975" dirty="0"/>
          </a:p>
        </p:txBody>
      </p:sp>
      <p:sp>
        <p:nvSpPr>
          <p:cNvPr id="154" name="Text 148"/>
          <p:cNvSpPr/>
          <p:nvPr/>
        </p:nvSpPr>
        <p:spPr>
          <a:xfrm>
            <a:off x="6701358" y="8495109"/>
            <a:ext cx="3020458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RC-061500 → 062499</a:t>
            </a:r>
            <a:endParaRPr lang="en-US" sz="900" dirty="0"/>
          </a:p>
        </p:txBody>
      </p:sp>
      <p:sp>
        <p:nvSpPr>
          <p:cNvPr id="155" name="Text 149"/>
          <p:cNvSpPr/>
          <p:nvPr/>
        </p:nvSpPr>
        <p:spPr>
          <a:xfrm>
            <a:off x="9781803" y="8495109"/>
            <a:ext cx="1165175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975" dirty="0"/>
          </a:p>
        </p:txBody>
      </p:sp>
      <p:sp>
        <p:nvSpPr>
          <p:cNvPr id="156" name="Shape 150"/>
          <p:cNvSpPr/>
          <p:nvPr/>
        </p:nvSpPr>
        <p:spPr>
          <a:xfrm>
            <a:off x="11023178" y="8485584"/>
            <a:ext cx="648072" cy="185738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7" name="Text 151"/>
          <p:cNvSpPr/>
          <p:nvPr/>
        </p:nvSpPr>
        <p:spPr>
          <a:xfrm>
            <a:off x="11118428" y="8514159"/>
            <a:ext cx="53377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Depleted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17145000"/>
          </a:xfrm>
          <a:prstGeom prst="rect">
            <a:avLst/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0" y="571500"/>
            <a:ext cx="2190750" cy="17145000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90500" y="742950"/>
            <a:ext cx="18859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90" dirty="0">
                <a:solidFill>
                  <a:srgbClr val="6FA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0" y="1019175"/>
            <a:ext cx="2190750" cy="371475"/>
          </a:xfrm>
          <a:prstGeom prst="rect">
            <a:avLst/>
          </a:prstGeom>
          <a:solidFill>
            <a:srgbClr val="0C56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0" y="1019175"/>
            <a:ext cx="28575" cy="3714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80975" y="1123950"/>
            <a:ext cx="2476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300" y="1128713"/>
            <a:ext cx="7285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0975" y="1495425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300" y="1502569"/>
            <a:ext cx="126533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Vouchers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0975" y="1876425"/>
            <a:ext cx="2476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5300" y="1885950"/>
            <a:ext cx="10223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C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Register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52400" y="17145000"/>
            <a:ext cx="1885950" cy="709613"/>
          </a:xfrm>
          <a:prstGeom prst="roundRect">
            <a:avLst>
              <a:gd name="adj" fmla="val 13423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95275" y="17145000"/>
            <a:ext cx="17602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 AS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95275" y="17145000"/>
            <a:ext cx="17602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Admin</a:t>
            </a:r>
            <a:endParaRPr lang="en-US" sz="975" dirty="0"/>
          </a:p>
        </p:txBody>
      </p:sp>
      <p:sp>
        <p:nvSpPr>
          <p:cNvPr id="30" name="Text 28">
            <a:hlinkClick r:id="rId3"/>
          </p:cNvPr>
          <p:cNvSpPr/>
          <p:nvPr/>
        </p:nvSpPr>
        <p:spPr>
          <a:xfrm>
            <a:off x="295275" y="17145000"/>
            <a:ext cx="17602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2533650" y="857250"/>
            <a:ext cx="1972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7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BENEFICIARY MANAGEMENT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33650" y="1028700"/>
            <a:ext cx="197296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Register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0673060" y="942975"/>
            <a:ext cx="1203573" cy="395288"/>
          </a:xfrm>
          <a:prstGeom prst="roundRect">
            <a:avLst>
              <a:gd name="adj" fmla="val 24096"/>
            </a:avLst>
          </a:prstGeom>
          <a:solidFill>
            <a:srgbClr val="FFFFFF"/>
          </a:solidFill>
          <a:ln w="9525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0796885" y="1057275"/>
            <a:ext cx="955923" cy="204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 Upload Excel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11971883" y="942975"/>
            <a:ext cx="1401217" cy="395288"/>
          </a:xfrm>
          <a:prstGeom prst="roundRect">
            <a:avLst>
              <a:gd name="adj" fmla="val 24096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2086183" y="1047750"/>
            <a:ext cx="117261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Add Beneficiary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2533650" y="1547813"/>
            <a:ext cx="10839450" cy="7000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828925" y="1802606"/>
            <a:ext cx="1640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14625" y="1719263"/>
            <a:ext cx="6885756" cy="35718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9733731" y="1709738"/>
            <a:ext cx="1119188" cy="376238"/>
          </a:xfrm>
          <a:prstGeom prst="roundRect">
            <a:avLst>
              <a:gd name="adj" fmla="val 22785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9857556" y="1814513"/>
            <a:ext cx="947737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0986269" y="1709738"/>
            <a:ext cx="1104900" cy="376238"/>
          </a:xfrm>
          <a:prstGeom prst="roundRect">
            <a:avLst>
              <a:gd name="adj" fmla="val 22785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11110094" y="1814513"/>
            <a:ext cx="933450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2224519" y="1821656"/>
            <a:ext cx="1043806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25,438 </a:t>
            </a:r>
            <a:r>
              <a:rPr lang="en-US" sz="97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25,440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2533650" y="2400300"/>
            <a:ext cx="10839450" cy="17145000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2543175" y="2409825"/>
            <a:ext cx="10820400" cy="381000"/>
          </a:xfrm>
          <a:prstGeom prst="rect">
            <a:avLst/>
          </a:prstGeom>
          <a:solidFill>
            <a:srgbClr val="F7F9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2543175" y="2781300"/>
            <a:ext cx="10820400" cy="9525"/>
          </a:xfrm>
          <a:prstGeom prst="rect">
            <a:avLst/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2695575" y="2524125"/>
            <a:ext cx="2585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Beneficiary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5425157" y="2524125"/>
            <a:ext cx="8785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6379890" y="2524125"/>
            <a:ext cx="13034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LGA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7759526" y="2524125"/>
            <a:ext cx="13275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9163273" y="2524125"/>
            <a:ext cx="13492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0588675" y="2524125"/>
            <a:ext cx="13492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12014076" y="2524125"/>
            <a:ext cx="13494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Garri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2543175" y="327183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2695575" y="2900363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Ekanem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2695575" y="3048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RC10428 · NIN 2573325088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5425157" y="2895600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6379890" y="2895600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7759526" y="2895600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9163273" y="29456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9201373" y="29741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10588675" y="29456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10626775" y="29741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12014076" y="29456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12052176" y="29741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2543175" y="376237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2695575" y="33909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Bassey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2695575" y="3538538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RC10429 · NIN 7711638084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5425157" y="3386138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71" name="Text 69"/>
          <p:cNvSpPr/>
          <p:nvPr/>
        </p:nvSpPr>
        <p:spPr>
          <a:xfrm>
            <a:off x="6379890" y="3386138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72" name="Text 70"/>
          <p:cNvSpPr/>
          <p:nvPr/>
        </p:nvSpPr>
        <p:spPr>
          <a:xfrm>
            <a:off x="7759526" y="3386138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73" name="Shape 71"/>
          <p:cNvSpPr/>
          <p:nvPr/>
        </p:nvSpPr>
        <p:spPr>
          <a:xfrm>
            <a:off x="9163273" y="34361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9201373" y="34647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10588675" y="34361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10626775" y="34647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77" name="Shape 75"/>
          <p:cNvSpPr/>
          <p:nvPr/>
        </p:nvSpPr>
        <p:spPr>
          <a:xfrm>
            <a:off x="12014076" y="34361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12052176" y="34647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79" name="Shape 77"/>
          <p:cNvSpPr/>
          <p:nvPr/>
        </p:nvSpPr>
        <p:spPr>
          <a:xfrm>
            <a:off x="2543175" y="425291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2695575" y="3881438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Uduak Akpan</a:t>
            </a:r>
            <a:endParaRPr lang="en-US" sz="975" dirty="0"/>
          </a:p>
        </p:txBody>
      </p:sp>
      <p:sp>
        <p:nvSpPr>
          <p:cNvPr id="81" name="Text 79"/>
          <p:cNvSpPr/>
          <p:nvPr/>
        </p:nvSpPr>
        <p:spPr>
          <a:xfrm>
            <a:off x="2695575" y="4029075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RC10430 · NIN 8536036833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5425157" y="38766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83" name="Text 81"/>
          <p:cNvSpPr/>
          <p:nvPr/>
        </p:nvSpPr>
        <p:spPr>
          <a:xfrm>
            <a:off x="6379890" y="38766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84" name="Text 82"/>
          <p:cNvSpPr/>
          <p:nvPr/>
        </p:nvSpPr>
        <p:spPr>
          <a:xfrm>
            <a:off x="7759526" y="38766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85" name="Shape 83"/>
          <p:cNvSpPr/>
          <p:nvPr/>
        </p:nvSpPr>
        <p:spPr>
          <a:xfrm>
            <a:off x="9163273" y="39266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/>
          <p:nvPr/>
        </p:nvSpPr>
        <p:spPr>
          <a:xfrm>
            <a:off x="9201373" y="39552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87" name="Shape 85"/>
          <p:cNvSpPr/>
          <p:nvPr/>
        </p:nvSpPr>
        <p:spPr>
          <a:xfrm>
            <a:off x="10588675" y="39266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10626775" y="39552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89" name="Shape 87"/>
          <p:cNvSpPr/>
          <p:nvPr/>
        </p:nvSpPr>
        <p:spPr>
          <a:xfrm>
            <a:off x="12014076" y="39266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12052176" y="39552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91" name="Shape 89"/>
          <p:cNvSpPr/>
          <p:nvPr/>
        </p:nvSpPr>
        <p:spPr>
          <a:xfrm>
            <a:off x="2543175" y="474345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" name="Text 90"/>
          <p:cNvSpPr/>
          <p:nvPr/>
        </p:nvSpPr>
        <p:spPr>
          <a:xfrm>
            <a:off x="2695575" y="4371975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Aniekan Etim</a:t>
            </a:r>
            <a:endParaRPr lang="en-US" sz="975" dirty="0"/>
          </a:p>
        </p:txBody>
      </p:sp>
      <p:sp>
        <p:nvSpPr>
          <p:cNvPr id="93" name="Text 91"/>
          <p:cNvSpPr/>
          <p:nvPr/>
        </p:nvSpPr>
        <p:spPr>
          <a:xfrm>
            <a:off x="2695575" y="4519613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RC10431 · NIN 5773020456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5425157" y="4367212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95" name="Text 93"/>
          <p:cNvSpPr/>
          <p:nvPr/>
        </p:nvSpPr>
        <p:spPr>
          <a:xfrm>
            <a:off x="6379890" y="4367212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96" name="Text 94"/>
          <p:cNvSpPr/>
          <p:nvPr/>
        </p:nvSpPr>
        <p:spPr>
          <a:xfrm>
            <a:off x="7759526" y="4367212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97" name="Shape 95"/>
          <p:cNvSpPr/>
          <p:nvPr/>
        </p:nvSpPr>
        <p:spPr>
          <a:xfrm>
            <a:off x="9163273" y="44172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8" name="Text 96"/>
          <p:cNvSpPr/>
          <p:nvPr/>
        </p:nvSpPr>
        <p:spPr>
          <a:xfrm>
            <a:off x="9201373" y="44457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99" name="Shape 97"/>
          <p:cNvSpPr/>
          <p:nvPr/>
        </p:nvSpPr>
        <p:spPr>
          <a:xfrm>
            <a:off x="10588675" y="44172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0" name="Text 98"/>
          <p:cNvSpPr/>
          <p:nvPr/>
        </p:nvSpPr>
        <p:spPr>
          <a:xfrm>
            <a:off x="10626775" y="44457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101" name="Shape 99"/>
          <p:cNvSpPr/>
          <p:nvPr/>
        </p:nvSpPr>
        <p:spPr>
          <a:xfrm>
            <a:off x="12014076" y="44172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2" name="Text 100"/>
          <p:cNvSpPr/>
          <p:nvPr/>
        </p:nvSpPr>
        <p:spPr>
          <a:xfrm>
            <a:off x="12052176" y="44457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103" name="Shape 101"/>
          <p:cNvSpPr/>
          <p:nvPr/>
        </p:nvSpPr>
        <p:spPr>
          <a:xfrm>
            <a:off x="2543175" y="523398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4" name="Text 102"/>
          <p:cNvSpPr/>
          <p:nvPr/>
        </p:nvSpPr>
        <p:spPr>
          <a:xfrm>
            <a:off x="2695575" y="4862513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Mbuotidem Okon</a:t>
            </a:r>
            <a:endParaRPr lang="en-US" sz="975" dirty="0"/>
          </a:p>
        </p:txBody>
      </p:sp>
      <p:sp>
        <p:nvSpPr>
          <p:cNvPr id="105" name="Text 103"/>
          <p:cNvSpPr/>
          <p:nvPr/>
        </p:nvSpPr>
        <p:spPr>
          <a:xfrm>
            <a:off x="2695575" y="501015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RC10432 · NIN 1336952922</a:t>
            </a:r>
            <a:endParaRPr lang="en-US" sz="825" dirty="0"/>
          </a:p>
        </p:txBody>
      </p:sp>
      <p:sp>
        <p:nvSpPr>
          <p:cNvPr id="106" name="Text 104"/>
          <p:cNvSpPr/>
          <p:nvPr/>
        </p:nvSpPr>
        <p:spPr>
          <a:xfrm>
            <a:off x="5425157" y="4857750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107" name="Text 105"/>
          <p:cNvSpPr/>
          <p:nvPr/>
        </p:nvSpPr>
        <p:spPr>
          <a:xfrm>
            <a:off x="6379890" y="4857750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108" name="Text 106"/>
          <p:cNvSpPr/>
          <p:nvPr/>
        </p:nvSpPr>
        <p:spPr>
          <a:xfrm>
            <a:off x="7759526" y="4857750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109" name="Shape 107"/>
          <p:cNvSpPr/>
          <p:nvPr/>
        </p:nvSpPr>
        <p:spPr>
          <a:xfrm>
            <a:off x="9163273" y="49077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0" name="Text 108"/>
          <p:cNvSpPr/>
          <p:nvPr/>
        </p:nvSpPr>
        <p:spPr>
          <a:xfrm>
            <a:off x="9201373" y="49363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111" name="Shape 109"/>
          <p:cNvSpPr/>
          <p:nvPr/>
        </p:nvSpPr>
        <p:spPr>
          <a:xfrm>
            <a:off x="10588675" y="49077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2" name="Text 110"/>
          <p:cNvSpPr/>
          <p:nvPr/>
        </p:nvSpPr>
        <p:spPr>
          <a:xfrm>
            <a:off x="10626775" y="49363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113" name="Shape 111"/>
          <p:cNvSpPr/>
          <p:nvPr/>
        </p:nvSpPr>
        <p:spPr>
          <a:xfrm>
            <a:off x="12014076" y="49077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4" name="Text 112"/>
          <p:cNvSpPr/>
          <p:nvPr/>
        </p:nvSpPr>
        <p:spPr>
          <a:xfrm>
            <a:off x="12052176" y="49363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115" name="Shape 113"/>
          <p:cNvSpPr/>
          <p:nvPr/>
        </p:nvSpPr>
        <p:spPr>
          <a:xfrm>
            <a:off x="2543175" y="572452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6" name="Text 114"/>
          <p:cNvSpPr/>
          <p:nvPr/>
        </p:nvSpPr>
        <p:spPr>
          <a:xfrm>
            <a:off x="2695575" y="535305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Asuquo Bassey</a:t>
            </a:r>
            <a:endParaRPr lang="en-US" sz="975" dirty="0"/>
          </a:p>
        </p:txBody>
      </p:sp>
      <p:sp>
        <p:nvSpPr>
          <p:cNvPr id="117" name="Text 115"/>
          <p:cNvSpPr/>
          <p:nvPr/>
        </p:nvSpPr>
        <p:spPr>
          <a:xfrm>
            <a:off x="2695575" y="5500688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RC10433 · NIN 7647592354</a:t>
            </a:r>
            <a:endParaRPr lang="en-US" sz="825" dirty="0"/>
          </a:p>
        </p:txBody>
      </p:sp>
      <p:sp>
        <p:nvSpPr>
          <p:cNvPr id="118" name="Text 116"/>
          <p:cNvSpPr/>
          <p:nvPr/>
        </p:nvSpPr>
        <p:spPr>
          <a:xfrm>
            <a:off x="5425157" y="5348288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119" name="Text 117"/>
          <p:cNvSpPr/>
          <p:nvPr/>
        </p:nvSpPr>
        <p:spPr>
          <a:xfrm>
            <a:off x="6379890" y="5348288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120" name="Text 118"/>
          <p:cNvSpPr/>
          <p:nvPr/>
        </p:nvSpPr>
        <p:spPr>
          <a:xfrm>
            <a:off x="7759526" y="5348288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121" name="Shape 119"/>
          <p:cNvSpPr/>
          <p:nvPr/>
        </p:nvSpPr>
        <p:spPr>
          <a:xfrm>
            <a:off x="9163273" y="539829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2" name="Text 120"/>
          <p:cNvSpPr/>
          <p:nvPr/>
        </p:nvSpPr>
        <p:spPr>
          <a:xfrm>
            <a:off x="9201373" y="542686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123" name="Shape 121"/>
          <p:cNvSpPr/>
          <p:nvPr/>
        </p:nvSpPr>
        <p:spPr>
          <a:xfrm>
            <a:off x="10588675" y="539829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4" name="Text 122"/>
          <p:cNvSpPr/>
          <p:nvPr/>
        </p:nvSpPr>
        <p:spPr>
          <a:xfrm>
            <a:off x="10626775" y="542686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125" name="Shape 123"/>
          <p:cNvSpPr/>
          <p:nvPr/>
        </p:nvSpPr>
        <p:spPr>
          <a:xfrm>
            <a:off x="12014076" y="539829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6" name="Text 124"/>
          <p:cNvSpPr/>
          <p:nvPr/>
        </p:nvSpPr>
        <p:spPr>
          <a:xfrm>
            <a:off x="12052176" y="542686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127" name="Shape 125"/>
          <p:cNvSpPr/>
          <p:nvPr/>
        </p:nvSpPr>
        <p:spPr>
          <a:xfrm>
            <a:off x="2543175" y="621506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8" name="Text 126"/>
          <p:cNvSpPr/>
          <p:nvPr/>
        </p:nvSpPr>
        <p:spPr>
          <a:xfrm>
            <a:off x="2695575" y="5843588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Etim Udoh</a:t>
            </a:r>
            <a:endParaRPr lang="en-US" sz="975" dirty="0"/>
          </a:p>
        </p:txBody>
      </p:sp>
      <p:sp>
        <p:nvSpPr>
          <p:cNvPr id="129" name="Text 127"/>
          <p:cNvSpPr/>
          <p:nvPr/>
        </p:nvSpPr>
        <p:spPr>
          <a:xfrm>
            <a:off x="2695575" y="5991225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RC10434 · NIN 7126920389</a:t>
            </a:r>
            <a:endParaRPr lang="en-US" sz="825" dirty="0"/>
          </a:p>
        </p:txBody>
      </p:sp>
      <p:sp>
        <p:nvSpPr>
          <p:cNvPr id="130" name="Text 128"/>
          <p:cNvSpPr/>
          <p:nvPr/>
        </p:nvSpPr>
        <p:spPr>
          <a:xfrm>
            <a:off x="5425157" y="583882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131" name="Text 129"/>
          <p:cNvSpPr/>
          <p:nvPr/>
        </p:nvSpPr>
        <p:spPr>
          <a:xfrm>
            <a:off x="6379890" y="583882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132" name="Text 130"/>
          <p:cNvSpPr/>
          <p:nvPr/>
        </p:nvSpPr>
        <p:spPr>
          <a:xfrm>
            <a:off x="7759526" y="583882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133" name="Shape 131"/>
          <p:cNvSpPr/>
          <p:nvPr/>
        </p:nvSpPr>
        <p:spPr>
          <a:xfrm>
            <a:off x="9163273" y="588883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4" name="Text 132"/>
          <p:cNvSpPr/>
          <p:nvPr/>
        </p:nvSpPr>
        <p:spPr>
          <a:xfrm>
            <a:off x="9201373" y="591740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135" name="Shape 133"/>
          <p:cNvSpPr/>
          <p:nvPr/>
        </p:nvSpPr>
        <p:spPr>
          <a:xfrm>
            <a:off x="10588675" y="588883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6" name="Text 134"/>
          <p:cNvSpPr/>
          <p:nvPr/>
        </p:nvSpPr>
        <p:spPr>
          <a:xfrm>
            <a:off x="10626775" y="591740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137" name="Shape 135"/>
          <p:cNvSpPr/>
          <p:nvPr/>
        </p:nvSpPr>
        <p:spPr>
          <a:xfrm>
            <a:off x="12014076" y="588883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8" name="Text 136"/>
          <p:cNvSpPr/>
          <p:nvPr/>
        </p:nvSpPr>
        <p:spPr>
          <a:xfrm>
            <a:off x="12052176" y="591740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139" name="Shape 137"/>
          <p:cNvSpPr/>
          <p:nvPr/>
        </p:nvSpPr>
        <p:spPr>
          <a:xfrm>
            <a:off x="2543175" y="670560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0" name="Text 138"/>
          <p:cNvSpPr/>
          <p:nvPr/>
        </p:nvSpPr>
        <p:spPr>
          <a:xfrm>
            <a:off x="2695575" y="6334125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Asuquo</a:t>
            </a:r>
            <a:endParaRPr lang="en-US" sz="975" dirty="0"/>
          </a:p>
        </p:txBody>
      </p:sp>
      <p:sp>
        <p:nvSpPr>
          <p:cNvPr id="141" name="Text 139"/>
          <p:cNvSpPr/>
          <p:nvPr/>
        </p:nvSpPr>
        <p:spPr>
          <a:xfrm>
            <a:off x="2695575" y="6481763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RC10435 · NIN 1998488490</a:t>
            </a:r>
            <a:endParaRPr lang="en-US" sz="825" dirty="0"/>
          </a:p>
        </p:txBody>
      </p:sp>
      <p:sp>
        <p:nvSpPr>
          <p:cNvPr id="142" name="Text 140"/>
          <p:cNvSpPr/>
          <p:nvPr/>
        </p:nvSpPr>
        <p:spPr>
          <a:xfrm>
            <a:off x="5425157" y="6329363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143" name="Text 141"/>
          <p:cNvSpPr/>
          <p:nvPr/>
        </p:nvSpPr>
        <p:spPr>
          <a:xfrm>
            <a:off x="6379890" y="6329363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144" name="Text 142"/>
          <p:cNvSpPr/>
          <p:nvPr/>
        </p:nvSpPr>
        <p:spPr>
          <a:xfrm>
            <a:off x="7759526" y="6329363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145" name="Shape 143"/>
          <p:cNvSpPr/>
          <p:nvPr/>
        </p:nvSpPr>
        <p:spPr>
          <a:xfrm>
            <a:off x="9163273" y="637936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6" name="Text 144"/>
          <p:cNvSpPr/>
          <p:nvPr/>
        </p:nvSpPr>
        <p:spPr>
          <a:xfrm>
            <a:off x="9201373" y="640794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147" name="Shape 145"/>
          <p:cNvSpPr/>
          <p:nvPr/>
        </p:nvSpPr>
        <p:spPr>
          <a:xfrm>
            <a:off x="10588675" y="637936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8" name="Text 146"/>
          <p:cNvSpPr/>
          <p:nvPr/>
        </p:nvSpPr>
        <p:spPr>
          <a:xfrm>
            <a:off x="10626775" y="640794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149" name="Shape 147"/>
          <p:cNvSpPr/>
          <p:nvPr/>
        </p:nvSpPr>
        <p:spPr>
          <a:xfrm>
            <a:off x="12014076" y="637936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0" name="Text 148"/>
          <p:cNvSpPr/>
          <p:nvPr/>
        </p:nvSpPr>
        <p:spPr>
          <a:xfrm>
            <a:off x="12052176" y="640794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151" name="Shape 149"/>
          <p:cNvSpPr/>
          <p:nvPr/>
        </p:nvSpPr>
        <p:spPr>
          <a:xfrm>
            <a:off x="2543175" y="719613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2" name="Text 150"/>
          <p:cNvSpPr/>
          <p:nvPr/>
        </p:nvSpPr>
        <p:spPr>
          <a:xfrm>
            <a:off x="2695575" y="6824663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Udoh</a:t>
            </a:r>
            <a:endParaRPr lang="en-US" sz="975" dirty="0"/>
          </a:p>
        </p:txBody>
      </p:sp>
      <p:sp>
        <p:nvSpPr>
          <p:cNvPr id="153" name="Text 151"/>
          <p:cNvSpPr/>
          <p:nvPr/>
        </p:nvSpPr>
        <p:spPr>
          <a:xfrm>
            <a:off x="2695575" y="69723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RC10436 · NIN 9413809587</a:t>
            </a:r>
            <a:endParaRPr lang="en-US" sz="825" dirty="0"/>
          </a:p>
        </p:txBody>
      </p:sp>
      <p:sp>
        <p:nvSpPr>
          <p:cNvPr id="154" name="Text 152"/>
          <p:cNvSpPr/>
          <p:nvPr/>
        </p:nvSpPr>
        <p:spPr>
          <a:xfrm>
            <a:off x="5425157" y="6819900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155" name="Text 153"/>
          <p:cNvSpPr/>
          <p:nvPr/>
        </p:nvSpPr>
        <p:spPr>
          <a:xfrm>
            <a:off x="6379890" y="6819900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156" name="Text 154"/>
          <p:cNvSpPr/>
          <p:nvPr/>
        </p:nvSpPr>
        <p:spPr>
          <a:xfrm>
            <a:off x="7759526" y="6819900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157" name="Shape 155"/>
          <p:cNvSpPr/>
          <p:nvPr/>
        </p:nvSpPr>
        <p:spPr>
          <a:xfrm>
            <a:off x="9163273" y="68699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8" name="Text 156"/>
          <p:cNvSpPr/>
          <p:nvPr/>
        </p:nvSpPr>
        <p:spPr>
          <a:xfrm>
            <a:off x="9201373" y="68984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159" name="Shape 157"/>
          <p:cNvSpPr/>
          <p:nvPr/>
        </p:nvSpPr>
        <p:spPr>
          <a:xfrm>
            <a:off x="10588675" y="68699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0" name="Text 158"/>
          <p:cNvSpPr/>
          <p:nvPr/>
        </p:nvSpPr>
        <p:spPr>
          <a:xfrm>
            <a:off x="10626775" y="68984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161" name="Shape 159"/>
          <p:cNvSpPr/>
          <p:nvPr/>
        </p:nvSpPr>
        <p:spPr>
          <a:xfrm>
            <a:off x="12014076" y="68699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2" name="Text 160"/>
          <p:cNvSpPr/>
          <p:nvPr/>
        </p:nvSpPr>
        <p:spPr>
          <a:xfrm>
            <a:off x="12052176" y="68984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163" name="Shape 161"/>
          <p:cNvSpPr/>
          <p:nvPr/>
        </p:nvSpPr>
        <p:spPr>
          <a:xfrm>
            <a:off x="2543175" y="768667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4" name="Text 162"/>
          <p:cNvSpPr/>
          <p:nvPr/>
        </p:nvSpPr>
        <p:spPr>
          <a:xfrm>
            <a:off x="2695575" y="73152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Mbuotidem Udoh</a:t>
            </a:r>
            <a:endParaRPr lang="en-US" sz="975" dirty="0"/>
          </a:p>
        </p:txBody>
      </p:sp>
      <p:sp>
        <p:nvSpPr>
          <p:cNvPr id="165" name="Text 163"/>
          <p:cNvSpPr/>
          <p:nvPr/>
        </p:nvSpPr>
        <p:spPr>
          <a:xfrm>
            <a:off x="2695575" y="7462838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RC10437 · NIN 6065201931</a:t>
            </a:r>
            <a:endParaRPr lang="en-US" sz="825" dirty="0"/>
          </a:p>
        </p:txBody>
      </p:sp>
      <p:sp>
        <p:nvSpPr>
          <p:cNvPr id="166" name="Text 164"/>
          <p:cNvSpPr/>
          <p:nvPr/>
        </p:nvSpPr>
        <p:spPr>
          <a:xfrm>
            <a:off x="5425157" y="7310437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167" name="Text 165"/>
          <p:cNvSpPr/>
          <p:nvPr/>
        </p:nvSpPr>
        <p:spPr>
          <a:xfrm>
            <a:off x="6379890" y="7310437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168" name="Text 166"/>
          <p:cNvSpPr/>
          <p:nvPr/>
        </p:nvSpPr>
        <p:spPr>
          <a:xfrm>
            <a:off x="7759526" y="7310437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169" name="Shape 167"/>
          <p:cNvSpPr/>
          <p:nvPr/>
        </p:nvSpPr>
        <p:spPr>
          <a:xfrm>
            <a:off x="9163273" y="73604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0" name="Text 168"/>
          <p:cNvSpPr/>
          <p:nvPr/>
        </p:nvSpPr>
        <p:spPr>
          <a:xfrm>
            <a:off x="9201373" y="73890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171" name="Shape 169"/>
          <p:cNvSpPr/>
          <p:nvPr/>
        </p:nvSpPr>
        <p:spPr>
          <a:xfrm>
            <a:off x="10588675" y="73604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2" name="Text 170"/>
          <p:cNvSpPr/>
          <p:nvPr/>
        </p:nvSpPr>
        <p:spPr>
          <a:xfrm>
            <a:off x="10626775" y="73890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173" name="Shape 171"/>
          <p:cNvSpPr/>
          <p:nvPr/>
        </p:nvSpPr>
        <p:spPr>
          <a:xfrm>
            <a:off x="12014076" y="73604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4" name="Text 172"/>
          <p:cNvSpPr/>
          <p:nvPr/>
        </p:nvSpPr>
        <p:spPr>
          <a:xfrm>
            <a:off x="12052176" y="73890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175" name="Shape 173"/>
          <p:cNvSpPr/>
          <p:nvPr/>
        </p:nvSpPr>
        <p:spPr>
          <a:xfrm>
            <a:off x="2543175" y="817721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6" name="Text 174"/>
          <p:cNvSpPr/>
          <p:nvPr/>
        </p:nvSpPr>
        <p:spPr>
          <a:xfrm>
            <a:off x="2695575" y="7805738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Asuquo Okon</a:t>
            </a:r>
            <a:endParaRPr lang="en-US" sz="975" dirty="0"/>
          </a:p>
        </p:txBody>
      </p:sp>
      <p:sp>
        <p:nvSpPr>
          <p:cNvPr id="177" name="Text 175"/>
          <p:cNvSpPr/>
          <p:nvPr/>
        </p:nvSpPr>
        <p:spPr>
          <a:xfrm>
            <a:off x="2695575" y="7953375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RC10438 · NIN 3656878105</a:t>
            </a:r>
            <a:endParaRPr lang="en-US" sz="825" dirty="0"/>
          </a:p>
        </p:txBody>
      </p:sp>
      <p:sp>
        <p:nvSpPr>
          <p:cNvPr id="178" name="Text 176"/>
          <p:cNvSpPr/>
          <p:nvPr/>
        </p:nvSpPr>
        <p:spPr>
          <a:xfrm>
            <a:off x="5425157" y="78009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179" name="Text 177"/>
          <p:cNvSpPr/>
          <p:nvPr/>
        </p:nvSpPr>
        <p:spPr>
          <a:xfrm>
            <a:off x="6379890" y="78009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180" name="Text 178"/>
          <p:cNvSpPr/>
          <p:nvPr/>
        </p:nvSpPr>
        <p:spPr>
          <a:xfrm>
            <a:off x="7759526" y="78009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181" name="Shape 179"/>
          <p:cNvSpPr/>
          <p:nvPr/>
        </p:nvSpPr>
        <p:spPr>
          <a:xfrm>
            <a:off x="9163273" y="78509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2" name="Text 180"/>
          <p:cNvSpPr/>
          <p:nvPr/>
        </p:nvSpPr>
        <p:spPr>
          <a:xfrm>
            <a:off x="9201373" y="78795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183" name="Shape 181"/>
          <p:cNvSpPr/>
          <p:nvPr/>
        </p:nvSpPr>
        <p:spPr>
          <a:xfrm>
            <a:off x="10588675" y="78509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4" name="Text 182"/>
          <p:cNvSpPr/>
          <p:nvPr/>
        </p:nvSpPr>
        <p:spPr>
          <a:xfrm>
            <a:off x="10626775" y="78795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185" name="Shape 183"/>
          <p:cNvSpPr/>
          <p:nvPr/>
        </p:nvSpPr>
        <p:spPr>
          <a:xfrm>
            <a:off x="12014076" y="78509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6" name="Text 184"/>
          <p:cNvSpPr/>
          <p:nvPr/>
        </p:nvSpPr>
        <p:spPr>
          <a:xfrm>
            <a:off x="12052176" y="78795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187" name="Shape 185"/>
          <p:cNvSpPr/>
          <p:nvPr/>
        </p:nvSpPr>
        <p:spPr>
          <a:xfrm>
            <a:off x="2543175" y="866775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8" name="Text 186"/>
          <p:cNvSpPr/>
          <p:nvPr/>
        </p:nvSpPr>
        <p:spPr>
          <a:xfrm>
            <a:off x="2695575" y="8296275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Umoh</a:t>
            </a:r>
            <a:endParaRPr lang="en-US" sz="975" dirty="0"/>
          </a:p>
        </p:txBody>
      </p:sp>
      <p:sp>
        <p:nvSpPr>
          <p:cNvPr id="189" name="Text 187"/>
          <p:cNvSpPr/>
          <p:nvPr/>
        </p:nvSpPr>
        <p:spPr>
          <a:xfrm>
            <a:off x="2695575" y="8443913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RC10439 · NIN 3663365637</a:t>
            </a:r>
            <a:endParaRPr lang="en-US" sz="825" dirty="0"/>
          </a:p>
        </p:txBody>
      </p:sp>
      <p:sp>
        <p:nvSpPr>
          <p:cNvPr id="190" name="Text 188"/>
          <p:cNvSpPr/>
          <p:nvPr/>
        </p:nvSpPr>
        <p:spPr>
          <a:xfrm>
            <a:off x="5425157" y="8291513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191" name="Text 189"/>
          <p:cNvSpPr/>
          <p:nvPr/>
        </p:nvSpPr>
        <p:spPr>
          <a:xfrm>
            <a:off x="6379890" y="8291513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192" name="Text 190"/>
          <p:cNvSpPr/>
          <p:nvPr/>
        </p:nvSpPr>
        <p:spPr>
          <a:xfrm>
            <a:off x="7759526" y="8291513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193" name="Shape 191"/>
          <p:cNvSpPr/>
          <p:nvPr/>
        </p:nvSpPr>
        <p:spPr>
          <a:xfrm>
            <a:off x="9163273" y="83415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4" name="Text 192"/>
          <p:cNvSpPr/>
          <p:nvPr/>
        </p:nvSpPr>
        <p:spPr>
          <a:xfrm>
            <a:off x="9201373" y="83700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195" name="Shape 193"/>
          <p:cNvSpPr/>
          <p:nvPr/>
        </p:nvSpPr>
        <p:spPr>
          <a:xfrm>
            <a:off x="10588675" y="83415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6" name="Text 194"/>
          <p:cNvSpPr/>
          <p:nvPr/>
        </p:nvSpPr>
        <p:spPr>
          <a:xfrm>
            <a:off x="10626775" y="83700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197" name="Shape 195"/>
          <p:cNvSpPr/>
          <p:nvPr/>
        </p:nvSpPr>
        <p:spPr>
          <a:xfrm>
            <a:off x="12014076" y="83415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8" name="Text 196"/>
          <p:cNvSpPr/>
          <p:nvPr/>
        </p:nvSpPr>
        <p:spPr>
          <a:xfrm>
            <a:off x="12052176" y="83700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199" name="Shape 197"/>
          <p:cNvSpPr/>
          <p:nvPr/>
        </p:nvSpPr>
        <p:spPr>
          <a:xfrm>
            <a:off x="2543175" y="915828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0" name="Text 198"/>
          <p:cNvSpPr/>
          <p:nvPr/>
        </p:nvSpPr>
        <p:spPr>
          <a:xfrm>
            <a:off x="2695575" y="8786813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Udoh</a:t>
            </a:r>
            <a:endParaRPr lang="en-US" sz="975" dirty="0"/>
          </a:p>
        </p:txBody>
      </p:sp>
      <p:sp>
        <p:nvSpPr>
          <p:cNvPr id="201" name="Text 199"/>
          <p:cNvSpPr/>
          <p:nvPr/>
        </p:nvSpPr>
        <p:spPr>
          <a:xfrm>
            <a:off x="2695575" y="893445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RC10440 · NIN 9754717748</a:t>
            </a:r>
            <a:endParaRPr lang="en-US" sz="825" dirty="0"/>
          </a:p>
        </p:txBody>
      </p:sp>
      <p:sp>
        <p:nvSpPr>
          <p:cNvPr id="202" name="Text 200"/>
          <p:cNvSpPr/>
          <p:nvPr/>
        </p:nvSpPr>
        <p:spPr>
          <a:xfrm>
            <a:off x="5425157" y="8782050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203" name="Text 201"/>
          <p:cNvSpPr/>
          <p:nvPr/>
        </p:nvSpPr>
        <p:spPr>
          <a:xfrm>
            <a:off x="6379890" y="8782050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204" name="Text 202"/>
          <p:cNvSpPr/>
          <p:nvPr/>
        </p:nvSpPr>
        <p:spPr>
          <a:xfrm>
            <a:off x="7759526" y="8782050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205" name="Shape 203"/>
          <p:cNvSpPr/>
          <p:nvPr/>
        </p:nvSpPr>
        <p:spPr>
          <a:xfrm>
            <a:off x="9163273" y="88320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6" name="Text 204"/>
          <p:cNvSpPr/>
          <p:nvPr/>
        </p:nvSpPr>
        <p:spPr>
          <a:xfrm>
            <a:off x="9201373" y="88606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207" name="Shape 205"/>
          <p:cNvSpPr/>
          <p:nvPr/>
        </p:nvSpPr>
        <p:spPr>
          <a:xfrm>
            <a:off x="10588675" y="88320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8" name="Text 206"/>
          <p:cNvSpPr/>
          <p:nvPr/>
        </p:nvSpPr>
        <p:spPr>
          <a:xfrm>
            <a:off x="10626775" y="88606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209" name="Shape 207"/>
          <p:cNvSpPr/>
          <p:nvPr/>
        </p:nvSpPr>
        <p:spPr>
          <a:xfrm>
            <a:off x="12014076" y="88320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0" name="Text 208"/>
          <p:cNvSpPr/>
          <p:nvPr/>
        </p:nvSpPr>
        <p:spPr>
          <a:xfrm>
            <a:off x="12052176" y="88606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211" name="Shape 209"/>
          <p:cNvSpPr/>
          <p:nvPr/>
        </p:nvSpPr>
        <p:spPr>
          <a:xfrm>
            <a:off x="2543175" y="964882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2" name="Text 210"/>
          <p:cNvSpPr/>
          <p:nvPr/>
        </p:nvSpPr>
        <p:spPr>
          <a:xfrm>
            <a:off x="2695575" y="927735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Okon Etim</a:t>
            </a:r>
            <a:endParaRPr lang="en-US" sz="975" dirty="0"/>
          </a:p>
        </p:txBody>
      </p:sp>
      <p:sp>
        <p:nvSpPr>
          <p:cNvPr id="213" name="Text 211"/>
          <p:cNvSpPr/>
          <p:nvPr/>
        </p:nvSpPr>
        <p:spPr>
          <a:xfrm>
            <a:off x="2695575" y="9424988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RC10441 · NIN 6660130502</a:t>
            </a:r>
            <a:endParaRPr lang="en-US" sz="825" dirty="0"/>
          </a:p>
        </p:txBody>
      </p:sp>
      <p:sp>
        <p:nvSpPr>
          <p:cNvPr id="214" name="Text 212"/>
          <p:cNvSpPr/>
          <p:nvPr/>
        </p:nvSpPr>
        <p:spPr>
          <a:xfrm>
            <a:off x="5425157" y="9272588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215" name="Text 213"/>
          <p:cNvSpPr/>
          <p:nvPr/>
        </p:nvSpPr>
        <p:spPr>
          <a:xfrm>
            <a:off x="6379890" y="9272588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</a:t>
            </a:r>
            <a:endParaRPr lang="en-US" sz="975" dirty="0"/>
          </a:p>
        </p:txBody>
      </p:sp>
      <p:sp>
        <p:nvSpPr>
          <p:cNvPr id="216" name="Text 214"/>
          <p:cNvSpPr/>
          <p:nvPr/>
        </p:nvSpPr>
        <p:spPr>
          <a:xfrm>
            <a:off x="7759526" y="9272588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Etoi</a:t>
            </a:r>
            <a:endParaRPr lang="en-US" sz="975" dirty="0"/>
          </a:p>
        </p:txBody>
      </p:sp>
      <p:sp>
        <p:nvSpPr>
          <p:cNvPr id="217" name="Shape 215"/>
          <p:cNvSpPr/>
          <p:nvPr/>
        </p:nvSpPr>
        <p:spPr>
          <a:xfrm>
            <a:off x="9163273" y="932259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8" name="Text 216"/>
          <p:cNvSpPr/>
          <p:nvPr/>
        </p:nvSpPr>
        <p:spPr>
          <a:xfrm>
            <a:off x="9201373" y="935116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219" name="Shape 217"/>
          <p:cNvSpPr/>
          <p:nvPr/>
        </p:nvSpPr>
        <p:spPr>
          <a:xfrm>
            <a:off x="10588675" y="932259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0" name="Text 218"/>
          <p:cNvSpPr/>
          <p:nvPr/>
        </p:nvSpPr>
        <p:spPr>
          <a:xfrm>
            <a:off x="10626775" y="935116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221" name="Shape 219"/>
          <p:cNvSpPr/>
          <p:nvPr/>
        </p:nvSpPr>
        <p:spPr>
          <a:xfrm>
            <a:off x="12014076" y="932259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2" name="Text 220"/>
          <p:cNvSpPr/>
          <p:nvPr/>
        </p:nvSpPr>
        <p:spPr>
          <a:xfrm>
            <a:off x="12052176" y="935116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223" name="Shape 221"/>
          <p:cNvSpPr/>
          <p:nvPr/>
        </p:nvSpPr>
        <p:spPr>
          <a:xfrm>
            <a:off x="2543175" y="1013936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4" name="Text 222"/>
          <p:cNvSpPr/>
          <p:nvPr/>
        </p:nvSpPr>
        <p:spPr>
          <a:xfrm>
            <a:off x="2695575" y="9767888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Ubong Ekanem</a:t>
            </a:r>
            <a:endParaRPr lang="en-US" sz="975" dirty="0"/>
          </a:p>
        </p:txBody>
      </p:sp>
      <p:sp>
        <p:nvSpPr>
          <p:cNvPr id="225" name="Text 223"/>
          <p:cNvSpPr/>
          <p:nvPr/>
        </p:nvSpPr>
        <p:spPr>
          <a:xfrm>
            <a:off x="2695575" y="9915525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RC10442 · NIN 6717374369</a:t>
            </a:r>
            <a:endParaRPr lang="en-US" sz="825" dirty="0"/>
          </a:p>
        </p:txBody>
      </p:sp>
      <p:sp>
        <p:nvSpPr>
          <p:cNvPr id="226" name="Text 224"/>
          <p:cNvSpPr/>
          <p:nvPr/>
        </p:nvSpPr>
        <p:spPr>
          <a:xfrm>
            <a:off x="5425157" y="976312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227" name="Text 225"/>
          <p:cNvSpPr/>
          <p:nvPr/>
        </p:nvSpPr>
        <p:spPr>
          <a:xfrm>
            <a:off x="6379890" y="976312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Oron</a:t>
            </a:r>
            <a:endParaRPr lang="en-US" sz="975" dirty="0"/>
          </a:p>
        </p:txBody>
      </p:sp>
      <p:sp>
        <p:nvSpPr>
          <p:cNvPr id="228" name="Text 226"/>
          <p:cNvSpPr/>
          <p:nvPr/>
        </p:nvSpPr>
        <p:spPr>
          <a:xfrm>
            <a:off x="7759526" y="976312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229" name="Shape 227"/>
          <p:cNvSpPr/>
          <p:nvPr/>
        </p:nvSpPr>
        <p:spPr>
          <a:xfrm>
            <a:off x="9163273" y="981313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0" name="Text 228"/>
          <p:cNvSpPr/>
          <p:nvPr/>
        </p:nvSpPr>
        <p:spPr>
          <a:xfrm>
            <a:off x="9201373" y="984170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231" name="Shape 229"/>
          <p:cNvSpPr/>
          <p:nvPr/>
        </p:nvSpPr>
        <p:spPr>
          <a:xfrm>
            <a:off x="10588675" y="981313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2" name="Text 230"/>
          <p:cNvSpPr/>
          <p:nvPr/>
        </p:nvSpPr>
        <p:spPr>
          <a:xfrm>
            <a:off x="10626775" y="984170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233" name="Shape 231"/>
          <p:cNvSpPr/>
          <p:nvPr/>
        </p:nvSpPr>
        <p:spPr>
          <a:xfrm>
            <a:off x="12014076" y="981313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4" name="Text 232"/>
          <p:cNvSpPr/>
          <p:nvPr/>
        </p:nvSpPr>
        <p:spPr>
          <a:xfrm>
            <a:off x="12052176" y="984170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235" name="Shape 233"/>
          <p:cNvSpPr/>
          <p:nvPr/>
        </p:nvSpPr>
        <p:spPr>
          <a:xfrm>
            <a:off x="2543175" y="1062990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6" name="Text 234"/>
          <p:cNvSpPr/>
          <p:nvPr/>
        </p:nvSpPr>
        <p:spPr>
          <a:xfrm>
            <a:off x="2695575" y="10258425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Etim</a:t>
            </a:r>
            <a:endParaRPr lang="en-US" sz="975" dirty="0"/>
          </a:p>
        </p:txBody>
      </p:sp>
      <p:sp>
        <p:nvSpPr>
          <p:cNvPr id="237" name="Text 235"/>
          <p:cNvSpPr/>
          <p:nvPr/>
        </p:nvSpPr>
        <p:spPr>
          <a:xfrm>
            <a:off x="2695575" y="10406063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RC10443 · NIN 3623429045</a:t>
            </a:r>
            <a:endParaRPr lang="en-US" sz="825" dirty="0"/>
          </a:p>
        </p:txBody>
      </p:sp>
      <p:sp>
        <p:nvSpPr>
          <p:cNvPr id="238" name="Text 236"/>
          <p:cNvSpPr/>
          <p:nvPr/>
        </p:nvSpPr>
        <p:spPr>
          <a:xfrm>
            <a:off x="5425157" y="10253663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239" name="Text 237"/>
          <p:cNvSpPr/>
          <p:nvPr/>
        </p:nvSpPr>
        <p:spPr>
          <a:xfrm>
            <a:off x="6379890" y="10253663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240" name="Text 238"/>
          <p:cNvSpPr/>
          <p:nvPr/>
        </p:nvSpPr>
        <p:spPr>
          <a:xfrm>
            <a:off x="7759526" y="10253663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241" name="Shape 239"/>
          <p:cNvSpPr/>
          <p:nvPr/>
        </p:nvSpPr>
        <p:spPr>
          <a:xfrm>
            <a:off x="9163273" y="1030366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2" name="Text 240"/>
          <p:cNvSpPr/>
          <p:nvPr/>
        </p:nvSpPr>
        <p:spPr>
          <a:xfrm>
            <a:off x="9201373" y="1033224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243" name="Shape 241"/>
          <p:cNvSpPr/>
          <p:nvPr/>
        </p:nvSpPr>
        <p:spPr>
          <a:xfrm>
            <a:off x="10588675" y="1030366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4" name="Text 242"/>
          <p:cNvSpPr/>
          <p:nvPr/>
        </p:nvSpPr>
        <p:spPr>
          <a:xfrm>
            <a:off x="10626775" y="1033224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245" name="Shape 243"/>
          <p:cNvSpPr/>
          <p:nvPr/>
        </p:nvSpPr>
        <p:spPr>
          <a:xfrm>
            <a:off x="12014076" y="1030366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6" name="Text 244"/>
          <p:cNvSpPr/>
          <p:nvPr/>
        </p:nvSpPr>
        <p:spPr>
          <a:xfrm>
            <a:off x="12052176" y="1033224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247" name="Shape 245"/>
          <p:cNvSpPr/>
          <p:nvPr/>
        </p:nvSpPr>
        <p:spPr>
          <a:xfrm>
            <a:off x="2543175" y="1112043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8" name="Text 246"/>
          <p:cNvSpPr/>
          <p:nvPr/>
        </p:nvSpPr>
        <p:spPr>
          <a:xfrm>
            <a:off x="2695575" y="10748963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Aniekeme Inyang</a:t>
            </a:r>
            <a:endParaRPr lang="en-US" sz="975" dirty="0"/>
          </a:p>
        </p:txBody>
      </p:sp>
      <p:sp>
        <p:nvSpPr>
          <p:cNvPr id="249" name="Text 247"/>
          <p:cNvSpPr/>
          <p:nvPr/>
        </p:nvSpPr>
        <p:spPr>
          <a:xfrm>
            <a:off x="2695575" y="108966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RC10444 · NIN 6048677351</a:t>
            </a:r>
            <a:endParaRPr lang="en-US" sz="825" dirty="0"/>
          </a:p>
        </p:txBody>
      </p:sp>
      <p:sp>
        <p:nvSpPr>
          <p:cNvPr id="250" name="Text 248"/>
          <p:cNvSpPr/>
          <p:nvPr/>
        </p:nvSpPr>
        <p:spPr>
          <a:xfrm>
            <a:off x="5425157" y="10744200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251" name="Text 249"/>
          <p:cNvSpPr/>
          <p:nvPr/>
        </p:nvSpPr>
        <p:spPr>
          <a:xfrm>
            <a:off x="6379890" y="10744200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Nsit Ubium</a:t>
            </a:r>
            <a:endParaRPr lang="en-US" sz="975" dirty="0"/>
          </a:p>
        </p:txBody>
      </p:sp>
      <p:sp>
        <p:nvSpPr>
          <p:cNvPr id="252" name="Text 250"/>
          <p:cNvSpPr/>
          <p:nvPr/>
        </p:nvSpPr>
        <p:spPr>
          <a:xfrm>
            <a:off x="7759526" y="10744200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253" name="Shape 251"/>
          <p:cNvSpPr/>
          <p:nvPr/>
        </p:nvSpPr>
        <p:spPr>
          <a:xfrm>
            <a:off x="9163273" y="107942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4" name="Text 252"/>
          <p:cNvSpPr/>
          <p:nvPr/>
        </p:nvSpPr>
        <p:spPr>
          <a:xfrm>
            <a:off x="9201373" y="108227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255" name="Shape 253"/>
          <p:cNvSpPr/>
          <p:nvPr/>
        </p:nvSpPr>
        <p:spPr>
          <a:xfrm>
            <a:off x="10588675" y="107942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6" name="Text 254"/>
          <p:cNvSpPr/>
          <p:nvPr/>
        </p:nvSpPr>
        <p:spPr>
          <a:xfrm>
            <a:off x="10626775" y="108227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257" name="Shape 255"/>
          <p:cNvSpPr/>
          <p:nvPr/>
        </p:nvSpPr>
        <p:spPr>
          <a:xfrm>
            <a:off x="12014076" y="107942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8" name="Text 256"/>
          <p:cNvSpPr/>
          <p:nvPr/>
        </p:nvSpPr>
        <p:spPr>
          <a:xfrm>
            <a:off x="12052176" y="108227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259" name="Shape 257"/>
          <p:cNvSpPr/>
          <p:nvPr/>
        </p:nvSpPr>
        <p:spPr>
          <a:xfrm>
            <a:off x="2543175" y="1161097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0" name="Text 258"/>
          <p:cNvSpPr/>
          <p:nvPr/>
        </p:nvSpPr>
        <p:spPr>
          <a:xfrm>
            <a:off x="2695575" y="112395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Effiong Umoh</a:t>
            </a:r>
            <a:endParaRPr lang="en-US" sz="975" dirty="0"/>
          </a:p>
        </p:txBody>
      </p:sp>
      <p:sp>
        <p:nvSpPr>
          <p:cNvPr id="261" name="Text 259"/>
          <p:cNvSpPr/>
          <p:nvPr/>
        </p:nvSpPr>
        <p:spPr>
          <a:xfrm>
            <a:off x="2695575" y="11387138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RC10445 · NIN 5457362934</a:t>
            </a:r>
            <a:endParaRPr lang="en-US" sz="825" dirty="0"/>
          </a:p>
        </p:txBody>
      </p:sp>
      <p:sp>
        <p:nvSpPr>
          <p:cNvPr id="262" name="Text 260"/>
          <p:cNvSpPr/>
          <p:nvPr/>
        </p:nvSpPr>
        <p:spPr>
          <a:xfrm>
            <a:off x="5425157" y="11234738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263" name="Text 261"/>
          <p:cNvSpPr/>
          <p:nvPr/>
        </p:nvSpPr>
        <p:spPr>
          <a:xfrm>
            <a:off x="6379890" y="11234738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Oron</a:t>
            </a:r>
            <a:endParaRPr lang="en-US" sz="975" dirty="0"/>
          </a:p>
        </p:txBody>
      </p:sp>
      <p:sp>
        <p:nvSpPr>
          <p:cNvPr id="264" name="Text 262"/>
          <p:cNvSpPr/>
          <p:nvPr/>
        </p:nvSpPr>
        <p:spPr>
          <a:xfrm>
            <a:off x="7759526" y="11234738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265" name="Shape 263"/>
          <p:cNvSpPr/>
          <p:nvPr/>
        </p:nvSpPr>
        <p:spPr>
          <a:xfrm>
            <a:off x="9163273" y="112847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6" name="Text 264"/>
          <p:cNvSpPr/>
          <p:nvPr/>
        </p:nvSpPr>
        <p:spPr>
          <a:xfrm>
            <a:off x="9201373" y="113133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267" name="Shape 265"/>
          <p:cNvSpPr/>
          <p:nvPr/>
        </p:nvSpPr>
        <p:spPr>
          <a:xfrm>
            <a:off x="10588675" y="112847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8" name="Text 266"/>
          <p:cNvSpPr/>
          <p:nvPr/>
        </p:nvSpPr>
        <p:spPr>
          <a:xfrm>
            <a:off x="10626775" y="113133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269" name="Shape 267"/>
          <p:cNvSpPr/>
          <p:nvPr/>
        </p:nvSpPr>
        <p:spPr>
          <a:xfrm>
            <a:off x="12014076" y="112847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0" name="Text 268"/>
          <p:cNvSpPr/>
          <p:nvPr/>
        </p:nvSpPr>
        <p:spPr>
          <a:xfrm>
            <a:off x="12052176" y="113133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271" name="Shape 269"/>
          <p:cNvSpPr/>
          <p:nvPr/>
        </p:nvSpPr>
        <p:spPr>
          <a:xfrm>
            <a:off x="2543175" y="1210151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2" name="Text 270"/>
          <p:cNvSpPr/>
          <p:nvPr/>
        </p:nvSpPr>
        <p:spPr>
          <a:xfrm>
            <a:off x="2695575" y="11730038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Etim Essien</a:t>
            </a:r>
            <a:endParaRPr lang="en-US" sz="975" dirty="0"/>
          </a:p>
        </p:txBody>
      </p:sp>
      <p:sp>
        <p:nvSpPr>
          <p:cNvPr id="273" name="Text 271"/>
          <p:cNvSpPr/>
          <p:nvPr/>
        </p:nvSpPr>
        <p:spPr>
          <a:xfrm>
            <a:off x="2695575" y="11877675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RC10446 · NIN 2523741343</a:t>
            </a:r>
            <a:endParaRPr lang="en-US" sz="825" dirty="0"/>
          </a:p>
        </p:txBody>
      </p:sp>
      <p:sp>
        <p:nvSpPr>
          <p:cNvPr id="274" name="Text 272"/>
          <p:cNvSpPr/>
          <p:nvPr/>
        </p:nvSpPr>
        <p:spPr>
          <a:xfrm>
            <a:off x="5425157" y="117252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275" name="Text 273"/>
          <p:cNvSpPr/>
          <p:nvPr/>
        </p:nvSpPr>
        <p:spPr>
          <a:xfrm>
            <a:off x="6379890" y="117252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Oron</a:t>
            </a:r>
            <a:endParaRPr lang="en-US" sz="975" dirty="0"/>
          </a:p>
        </p:txBody>
      </p:sp>
      <p:sp>
        <p:nvSpPr>
          <p:cNvPr id="276" name="Text 274"/>
          <p:cNvSpPr/>
          <p:nvPr/>
        </p:nvSpPr>
        <p:spPr>
          <a:xfrm>
            <a:off x="7759526" y="117252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277" name="Shape 275"/>
          <p:cNvSpPr/>
          <p:nvPr/>
        </p:nvSpPr>
        <p:spPr>
          <a:xfrm>
            <a:off x="9163273" y="117752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8" name="Text 276"/>
          <p:cNvSpPr/>
          <p:nvPr/>
        </p:nvSpPr>
        <p:spPr>
          <a:xfrm>
            <a:off x="9201373" y="118038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279" name="Shape 277"/>
          <p:cNvSpPr/>
          <p:nvPr/>
        </p:nvSpPr>
        <p:spPr>
          <a:xfrm>
            <a:off x="10588675" y="117752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0" name="Text 278"/>
          <p:cNvSpPr/>
          <p:nvPr/>
        </p:nvSpPr>
        <p:spPr>
          <a:xfrm>
            <a:off x="10626775" y="118038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281" name="Shape 279"/>
          <p:cNvSpPr/>
          <p:nvPr/>
        </p:nvSpPr>
        <p:spPr>
          <a:xfrm>
            <a:off x="12014076" y="117752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2" name="Text 280"/>
          <p:cNvSpPr/>
          <p:nvPr/>
        </p:nvSpPr>
        <p:spPr>
          <a:xfrm>
            <a:off x="12052176" y="118038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283" name="Shape 281"/>
          <p:cNvSpPr/>
          <p:nvPr/>
        </p:nvSpPr>
        <p:spPr>
          <a:xfrm>
            <a:off x="2543175" y="1259205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4" name="Text 282"/>
          <p:cNvSpPr/>
          <p:nvPr/>
        </p:nvSpPr>
        <p:spPr>
          <a:xfrm>
            <a:off x="2695575" y="12220575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Aniekan Inyang</a:t>
            </a:r>
            <a:endParaRPr lang="en-US" sz="975" dirty="0"/>
          </a:p>
        </p:txBody>
      </p:sp>
      <p:sp>
        <p:nvSpPr>
          <p:cNvPr id="285" name="Text 283"/>
          <p:cNvSpPr/>
          <p:nvPr/>
        </p:nvSpPr>
        <p:spPr>
          <a:xfrm>
            <a:off x="2695575" y="12368213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RC10447 · NIN 7408448616</a:t>
            </a:r>
            <a:endParaRPr lang="en-US" sz="825" dirty="0"/>
          </a:p>
        </p:txBody>
      </p:sp>
      <p:sp>
        <p:nvSpPr>
          <p:cNvPr id="286" name="Text 284"/>
          <p:cNvSpPr/>
          <p:nvPr/>
        </p:nvSpPr>
        <p:spPr>
          <a:xfrm>
            <a:off x="5425157" y="12215813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287" name="Text 285"/>
          <p:cNvSpPr/>
          <p:nvPr/>
        </p:nvSpPr>
        <p:spPr>
          <a:xfrm>
            <a:off x="6379890" y="12215813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Eket</a:t>
            </a:r>
            <a:endParaRPr lang="en-US" sz="975" dirty="0"/>
          </a:p>
        </p:txBody>
      </p:sp>
      <p:sp>
        <p:nvSpPr>
          <p:cNvPr id="288" name="Text 286"/>
          <p:cNvSpPr/>
          <p:nvPr/>
        </p:nvSpPr>
        <p:spPr>
          <a:xfrm>
            <a:off x="7759526" y="12215813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</a:t>
            </a:r>
            <a:endParaRPr lang="en-US" sz="975" dirty="0"/>
          </a:p>
        </p:txBody>
      </p:sp>
      <p:sp>
        <p:nvSpPr>
          <p:cNvPr id="289" name="Shape 287"/>
          <p:cNvSpPr/>
          <p:nvPr/>
        </p:nvSpPr>
        <p:spPr>
          <a:xfrm>
            <a:off x="9163273" y="122658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0" name="Text 288"/>
          <p:cNvSpPr/>
          <p:nvPr/>
        </p:nvSpPr>
        <p:spPr>
          <a:xfrm>
            <a:off x="9201373" y="122943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291" name="Shape 289"/>
          <p:cNvSpPr/>
          <p:nvPr/>
        </p:nvSpPr>
        <p:spPr>
          <a:xfrm>
            <a:off x="10588675" y="122658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2" name="Text 290"/>
          <p:cNvSpPr/>
          <p:nvPr/>
        </p:nvSpPr>
        <p:spPr>
          <a:xfrm>
            <a:off x="10626775" y="122943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293" name="Shape 291"/>
          <p:cNvSpPr/>
          <p:nvPr/>
        </p:nvSpPr>
        <p:spPr>
          <a:xfrm>
            <a:off x="12014076" y="122658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4" name="Text 292"/>
          <p:cNvSpPr/>
          <p:nvPr/>
        </p:nvSpPr>
        <p:spPr>
          <a:xfrm>
            <a:off x="12052176" y="122943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295" name="Shape 293"/>
          <p:cNvSpPr/>
          <p:nvPr/>
        </p:nvSpPr>
        <p:spPr>
          <a:xfrm>
            <a:off x="2543175" y="1308258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6" name="Text 294"/>
          <p:cNvSpPr/>
          <p:nvPr/>
        </p:nvSpPr>
        <p:spPr>
          <a:xfrm>
            <a:off x="2695575" y="12711113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Idongesit Ekpo</a:t>
            </a:r>
            <a:endParaRPr lang="en-US" sz="975" dirty="0"/>
          </a:p>
        </p:txBody>
      </p:sp>
      <p:sp>
        <p:nvSpPr>
          <p:cNvPr id="297" name="Text 295"/>
          <p:cNvSpPr/>
          <p:nvPr/>
        </p:nvSpPr>
        <p:spPr>
          <a:xfrm>
            <a:off x="2695575" y="1285875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RC10448 · NIN 2319363468</a:t>
            </a:r>
            <a:endParaRPr lang="en-US" sz="825" dirty="0"/>
          </a:p>
        </p:txBody>
      </p:sp>
      <p:sp>
        <p:nvSpPr>
          <p:cNvPr id="298" name="Text 296"/>
          <p:cNvSpPr/>
          <p:nvPr/>
        </p:nvSpPr>
        <p:spPr>
          <a:xfrm>
            <a:off x="5425157" y="12706350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299" name="Text 297"/>
          <p:cNvSpPr/>
          <p:nvPr/>
        </p:nvSpPr>
        <p:spPr>
          <a:xfrm>
            <a:off x="6379890" y="12706350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Onna</a:t>
            </a:r>
            <a:endParaRPr lang="en-US" sz="975" dirty="0"/>
          </a:p>
        </p:txBody>
      </p:sp>
      <p:sp>
        <p:nvSpPr>
          <p:cNvPr id="300" name="Text 298"/>
          <p:cNvSpPr/>
          <p:nvPr/>
        </p:nvSpPr>
        <p:spPr>
          <a:xfrm>
            <a:off x="7759526" y="12706350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301" name="Shape 299"/>
          <p:cNvSpPr/>
          <p:nvPr/>
        </p:nvSpPr>
        <p:spPr>
          <a:xfrm>
            <a:off x="9163273" y="127563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2" name="Text 300"/>
          <p:cNvSpPr/>
          <p:nvPr/>
        </p:nvSpPr>
        <p:spPr>
          <a:xfrm>
            <a:off x="9201373" y="127849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303" name="Shape 301"/>
          <p:cNvSpPr/>
          <p:nvPr/>
        </p:nvSpPr>
        <p:spPr>
          <a:xfrm>
            <a:off x="10588675" y="127563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4" name="Text 302"/>
          <p:cNvSpPr/>
          <p:nvPr/>
        </p:nvSpPr>
        <p:spPr>
          <a:xfrm>
            <a:off x="10626775" y="127849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305" name="Shape 303"/>
          <p:cNvSpPr/>
          <p:nvPr/>
        </p:nvSpPr>
        <p:spPr>
          <a:xfrm>
            <a:off x="12014076" y="127563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6" name="Text 304"/>
          <p:cNvSpPr/>
          <p:nvPr/>
        </p:nvSpPr>
        <p:spPr>
          <a:xfrm>
            <a:off x="12052176" y="127849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07" name="Shape 305"/>
          <p:cNvSpPr/>
          <p:nvPr/>
        </p:nvSpPr>
        <p:spPr>
          <a:xfrm>
            <a:off x="2543175" y="1357312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8" name="Text 306"/>
          <p:cNvSpPr/>
          <p:nvPr/>
        </p:nvSpPr>
        <p:spPr>
          <a:xfrm>
            <a:off x="2695575" y="1320165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Bassey Asuquo</a:t>
            </a:r>
            <a:endParaRPr lang="en-US" sz="975" dirty="0"/>
          </a:p>
        </p:txBody>
      </p:sp>
      <p:sp>
        <p:nvSpPr>
          <p:cNvPr id="309" name="Text 307"/>
          <p:cNvSpPr/>
          <p:nvPr/>
        </p:nvSpPr>
        <p:spPr>
          <a:xfrm>
            <a:off x="2695575" y="13349288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RC10449 · NIN 7692585933</a:t>
            </a:r>
            <a:endParaRPr lang="en-US" sz="825" dirty="0"/>
          </a:p>
        </p:txBody>
      </p:sp>
      <p:sp>
        <p:nvSpPr>
          <p:cNvPr id="310" name="Text 308"/>
          <p:cNvSpPr/>
          <p:nvPr/>
        </p:nvSpPr>
        <p:spPr>
          <a:xfrm>
            <a:off x="5425157" y="13196888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311" name="Text 309"/>
          <p:cNvSpPr/>
          <p:nvPr/>
        </p:nvSpPr>
        <p:spPr>
          <a:xfrm>
            <a:off x="6379890" y="13196888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312" name="Text 310"/>
          <p:cNvSpPr/>
          <p:nvPr/>
        </p:nvSpPr>
        <p:spPr>
          <a:xfrm>
            <a:off x="7759526" y="13196888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313" name="Shape 311"/>
          <p:cNvSpPr/>
          <p:nvPr/>
        </p:nvSpPr>
        <p:spPr>
          <a:xfrm>
            <a:off x="9163273" y="1324689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4" name="Text 312"/>
          <p:cNvSpPr/>
          <p:nvPr/>
        </p:nvSpPr>
        <p:spPr>
          <a:xfrm>
            <a:off x="9201373" y="1327546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15" name="Shape 313"/>
          <p:cNvSpPr/>
          <p:nvPr/>
        </p:nvSpPr>
        <p:spPr>
          <a:xfrm>
            <a:off x="10588675" y="1324689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6" name="Text 314"/>
          <p:cNvSpPr/>
          <p:nvPr/>
        </p:nvSpPr>
        <p:spPr>
          <a:xfrm>
            <a:off x="10626775" y="1327546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17" name="Shape 315"/>
          <p:cNvSpPr/>
          <p:nvPr/>
        </p:nvSpPr>
        <p:spPr>
          <a:xfrm>
            <a:off x="12014076" y="1324689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8" name="Text 316"/>
          <p:cNvSpPr/>
          <p:nvPr/>
        </p:nvSpPr>
        <p:spPr>
          <a:xfrm>
            <a:off x="12052176" y="1327546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19" name="Shape 317"/>
          <p:cNvSpPr/>
          <p:nvPr/>
        </p:nvSpPr>
        <p:spPr>
          <a:xfrm>
            <a:off x="2543175" y="1406366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0" name="Text 318"/>
          <p:cNvSpPr/>
          <p:nvPr/>
        </p:nvSpPr>
        <p:spPr>
          <a:xfrm>
            <a:off x="2695575" y="13692188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Itoro Ituen</a:t>
            </a:r>
            <a:endParaRPr lang="en-US" sz="975" dirty="0"/>
          </a:p>
        </p:txBody>
      </p:sp>
      <p:sp>
        <p:nvSpPr>
          <p:cNvPr id="321" name="Text 319"/>
          <p:cNvSpPr/>
          <p:nvPr/>
        </p:nvSpPr>
        <p:spPr>
          <a:xfrm>
            <a:off x="2695575" y="13839825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RC10450 · NIN 8532784501</a:t>
            </a:r>
            <a:endParaRPr lang="en-US" sz="825" dirty="0"/>
          </a:p>
        </p:txBody>
      </p:sp>
      <p:sp>
        <p:nvSpPr>
          <p:cNvPr id="322" name="Text 320"/>
          <p:cNvSpPr/>
          <p:nvPr/>
        </p:nvSpPr>
        <p:spPr>
          <a:xfrm>
            <a:off x="5425157" y="1368742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323" name="Text 321"/>
          <p:cNvSpPr/>
          <p:nvPr/>
        </p:nvSpPr>
        <p:spPr>
          <a:xfrm>
            <a:off x="6379890" y="1368742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Nsit Ubium</a:t>
            </a:r>
            <a:endParaRPr lang="en-US" sz="975" dirty="0"/>
          </a:p>
        </p:txBody>
      </p:sp>
      <p:sp>
        <p:nvSpPr>
          <p:cNvPr id="324" name="Text 322"/>
          <p:cNvSpPr/>
          <p:nvPr/>
        </p:nvSpPr>
        <p:spPr>
          <a:xfrm>
            <a:off x="7759526" y="1368742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325" name="Shape 323"/>
          <p:cNvSpPr/>
          <p:nvPr/>
        </p:nvSpPr>
        <p:spPr>
          <a:xfrm>
            <a:off x="9163273" y="1373743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6" name="Text 324"/>
          <p:cNvSpPr/>
          <p:nvPr/>
        </p:nvSpPr>
        <p:spPr>
          <a:xfrm>
            <a:off x="9201373" y="1376600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327" name="Shape 325"/>
          <p:cNvSpPr/>
          <p:nvPr/>
        </p:nvSpPr>
        <p:spPr>
          <a:xfrm>
            <a:off x="10588675" y="1373743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8" name="Text 326"/>
          <p:cNvSpPr/>
          <p:nvPr/>
        </p:nvSpPr>
        <p:spPr>
          <a:xfrm>
            <a:off x="10626775" y="1376600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329" name="Shape 327"/>
          <p:cNvSpPr/>
          <p:nvPr/>
        </p:nvSpPr>
        <p:spPr>
          <a:xfrm>
            <a:off x="12014076" y="1373743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0" name="Text 328"/>
          <p:cNvSpPr/>
          <p:nvPr/>
        </p:nvSpPr>
        <p:spPr>
          <a:xfrm>
            <a:off x="12052176" y="1376600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331" name="Shape 329"/>
          <p:cNvSpPr/>
          <p:nvPr/>
        </p:nvSpPr>
        <p:spPr>
          <a:xfrm>
            <a:off x="2543175" y="1455420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2" name="Text 330"/>
          <p:cNvSpPr/>
          <p:nvPr/>
        </p:nvSpPr>
        <p:spPr>
          <a:xfrm>
            <a:off x="2695575" y="14182725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Akpabio</a:t>
            </a:r>
            <a:endParaRPr lang="en-US" sz="975" dirty="0"/>
          </a:p>
        </p:txBody>
      </p:sp>
      <p:sp>
        <p:nvSpPr>
          <p:cNvPr id="333" name="Text 331"/>
          <p:cNvSpPr/>
          <p:nvPr/>
        </p:nvSpPr>
        <p:spPr>
          <a:xfrm>
            <a:off x="2695575" y="14330363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RC10451 · NIN 3963982162</a:t>
            </a:r>
            <a:endParaRPr lang="en-US" sz="825" dirty="0"/>
          </a:p>
        </p:txBody>
      </p:sp>
      <p:sp>
        <p:nvSpPr>
          <p:cNvPr id="334" name="Text 332"/>
          <p:cNvSpPr/>
          <p:nvPr/>
        </p:nvSpPr>
        <p:spPr>
          <a:xfrm>
            <a:off x="5425157" y="14177963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335" name="Text 333"/>
          <p:cNvSpPr/>
          <p:nvPr/>
        </p:nvSpPr>
        <p:spPr>
          <a:xfrm>
            <a:off x="6379890" y="14177963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Oron</a:t>
            </a:r>
            <a:endParaRPr lang="en-US" sz="975" dirty="0"/>
          </a:p>
        </p:txBody>
      </p:sp>
      <p:sp>
        <p:nvSpPr>
          <p:cNvPr id="336" name="Text 334"/>
          <p:cNvSpPr/>
          <p:nvPr/>
        </p:nvSpPr>
        <p:spPr>
          <a:xfrm>
            <a:off x="7759526" y="14177963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337" name="Shape 335"/>
          <p:cNvSpPr/>
          <p:nvPr/>
        </p:nvSpPr>
        <p:spPr>
          <a:xfrm>
            <a:off x="9163273" y="1422796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8" name="Text 336"/>
          <p:cNvSpPr/>
          <p:nvPr/>
        </p:nvSpPr>
        <p:spPr>
          <a:xfrm>
            <a:off x="9201373" y="1425654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339" name="Shape 337"/>
          <p:cNvSpPr/>
          <p:nvPr/>
        </p:nvSpPr>
        <p:spPr>
          <a:xfrm>
            <a:off x="10588675" y="1422796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0" name="Text 338"/>
          <p:cNvSpPr/>
          <p:nvPr/>
        </p:nvSpPr>
        <p:spPr>
          <a:xfrm>
            <a:off x="10626775" y="1425654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41" name="Shape 339"/>
          <p:cNvSpPr/>
          <p:nvPr/>
        </p:nvSpPr>
        <p:spPr>
          <a:xfrm>
            <a:off x="12014076" y="1422796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2" name="Text 340"/>
          <p:cNvSpPr/>
          <p:nvPr/>
        </p:nvSpPr>
        <p:spPr>
          <a:xfrm>
            <a:off x="12052176" y="1425654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343" name="Shape 341"/>
          <p:cNvSpPr/>
          <p:nvPr/>
        </p:nvSpPr>
        <p:spPr>
          <a:xfrm>
            <a:off x="2543175" y="1504473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4" name="Text 342"/>
          <p:cNvSpPr/>
          <p:nvPr/>
        </p:nvSpPr>
        <p:spPr>
          <a:xfrm>
            <a:off x="2695575" y="14673263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Ubong Akpabio</a:t>
            </a:r>
            <a:endParaRPr lang="en-US" sz="975" dirty="0"/>
          </a:p>
        </p:txBody>
      </p:sp>
      <p:sp>
        <p:nvSpPr>
          <p:cNvPr id="345" name="Text 343"/>
          <p:cNvSpPr/>
          <p:nvPr/>
        </p:nvSpPr>
        <p:spPr>
          <a:xfrm>
            <a:off x="2695575" y="148209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RC10452 · NIN 5196229225</a:t>
            </a:r>
            <a:endParaRPr lang="en-US" sz="825" dirty="0"/>
          </a:p>
        </p:txBody>
      </p:sp>
      <p:sp>
        <p:nvSpPr>
          <p:cNvPr id="346" name="Text 344"/>
          <p:cNvSpPr/>
          <p:nvPr/>
        </p:nvSpPr>
        <p:spPr>
          <a:xfrm>
            <a:off x="5425157" y="14668500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347" name="Text 345"/>
          <p:cNvSpPr/>
          <p:nvPr/>
        </p:nvSpPr>
        <p:spPr>
          <a:xfrm>
            <a:off x="6379890" y="14668500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Mkpat Enin</a:t>
            </a:r>
            <a:endParaRPr lang="en-US" sz="975" dirty="0"/>
          </a:p>
        </p:txBody>
      </p:sp>
      <p:sp>
        <p:nvSpPr>
          <p:cNvPr id="348" name="Text 346"/>
          <p:cNvSpPr/>
          <p:nvPr/>
        </p:nvSpPr>
        <p:spPr>
          <a:xfrm>
            <a:off x="7759526" y="14668500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349" name="Shape 347"/>
          <p:cNvSpPr/>
          <p:nvPr/>
        </p:nvSpPr>
        <p:spPr>
          <a:xfrm>
            <a:off x="9163273" y="147185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0" name="Text 348"/>
          <p:cNvSpPr/>
          <p:nvPr/>
        </p:nvSpPr>
        <p:spPr>
          <a:xfrm>
            <a:off x="9201373" y="147470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351" name="Shape 349"/>
          <p:cNvSpPr/>
          <p:nvPr/>
        </p:nvSpPr>
        <p:spPr>
          <a:xfrm>
            <a:off x="10588675" y="147185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2" name="Text 350"/>
          <p:cNvSpPr/>
          <p:nvPr/>
        </p:nvSpPr>
        <p:spPr>
          <a:xfrm>
            <a:off x="10626775" y="147470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53" name="Shape 351"/>
          <p:cNvSpPr/>
          <p:nvPr/>
        </p:nvSpPr>
        <p:spPr>
          <a:xfrm>
            <a:off x="12014076" y="1471850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4" name="Text 352"/>
          <p:cNvSpPr/>
          <p:nvPr/>
        </p:nvSpPr>
        <p:spPr>
          <a:xfrm>
            <a:off x="12052176" y="1474708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55" name="Shape 353"/>
          <p:cNvSpPr/>
          <p:nvPr/>
        </p:nvSpPr>
        <p:spPr>
          <a:xfrm>
            <a:off x="2543175" y="1553527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6" name="Text 354"/>
          <p:cNvSpPr/>
          <p:nvPr/>
        </p:nvSpPr>
        <p:spPr>
          <a:xfrm>
            <a:off x="2695575" y="151638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Aniekan Essien</a:t>
            </a:r>
            <a:endParaRPr lang="en-US" sz="975" dirty="0"/>
          </a:p>
        </p:txBody>
      </p:sp>
      <p:sp>
        <p:nvSpPr>
          <p:cNvPr id="357" name="Text 355"/>
          <p:cNvSpPr/>
          <p:nvPr/>
        </p:nvSpPr>
        <p:spPr>
          <a:xfrm>
            <a:off x="2695575" y="15311438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RC10453 · NIN 8142143014</a:t>
            </a:r>
            <a:endParaRPr lang="en-US" sz="825" dirty="0"/>
          </a:p>
        </p:txBody>
      </p:sp>
      <p:sp>
        <p:nvSpPr>
          <p:cNvPr id="358" name="Text 356"/>
          <p:cNvSpPr/>
          <p:nvPr/>
        </p:nvSpPr>
        <p:spPr>
          <a:xfrm>
            <a:off x="5425157" y="15159038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359" name="Text 357"/>
          <p:cNvSpPr/>
          <p:nvPr/>
        </p:nvSpPr>
        <p:spPr>
          <a:xfrm>
            <a:off x="6379890" y="15159038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360" name="Text 358"/>
          <p:cNvSpPr/>
          <p:nvPr/>
        </p:nvSpPr>
        <p:spPr>
          <a:xfrm>
            <a:off x="7759526" y="15159038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</a:t>
            </a:r>
            <a:endParaRPr lang="en-US" sz="975" dirty="0"/>
          </a:p>
        </p:txBody>
      </p:sp>
      <p:sp>
        <p:nvSpPr>
          <p:cNvPr id="361" name="Shape 359"/>
          <p:cNvSpPr/>
          <p:nvPr/>
        </p:nvSpPr>
        <p:spPr>
          <a:xfrm>
            <a:off x="9163273" y="152090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2" name="Text 360"/>
          <p:cNvSpPr/>
          <p:nvPr/>
        </p:nvSpPr>
        <p:spPr>
          <a:xfrm>
            <a:off x="9201373" y="152376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363" name="Shape 361"/>
          <p:cNvSpPr/>
          <p:nvPr/>
        </p:nvSpPr>
        <p:spPr>
          <a:xfrm>
            <a:off x="10588675" y="152090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4" name="Text 362"/>
          <p:cNvSpPr/>
          <p:nvPr/>
        </p:nvSpPr>
        <p:spPr>
          <a:xfrm>
            <a:off x="10626775" y="152376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65" name="Shape 363"/>
          <p:cNvSpPr/>
          <p:nvPr/>
        </p:nvSpPr>
        <p:spPr>
          <a:xfrm>
            <a:off x="12014076" y="15209044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6" name="Text 364"/>
          <p:cNvSpPr/>
          <p:nvPr/>
        </p:nvSpPr>
        <p:spPr>
          <a:xfrm>
            <a:off x="12052176" y="15237619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367" name="Shape 365"/>
          <p:cNvSpPr/>
          <p:nvPr/>
        </p:nvSpPr>
        <p:spPr>
          <a:xfrm>
            <a:off x="2543175" y="1602581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8" name="Text 366"/>
          <p:cNvSpPr/>
          <p:nvPr/>
        </p:nvSpPr>
        <p:spPr>
          <a:xfrm>
            <a:off x="2695575" y="15654338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Eshiet</a:t>
            </a:r>
            <a:endParaRPr lang="en-US" sz="975" dirty="0"/>
          </a:p>
        </p:txBody>
      </p:sp>
      <p:sp>
        <p:nvSpPr>
          <p:cNvPr id="369" name="Text 367"/>
          <p:cNvSpPr/>
          <p:nvPr/>
        </p:nvSpPr>
        <p:spPr>
          <a:xfrm>
            <a:off x="2695575" y="15801975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RC10454 · NIN 3768357547</a:t>
            </a:r>
            <a:endParaRPr lang="en-US" sz="825" dirty="0"/>
          </a:p>
        </p:txBody>
      </p:sp>
      <p:sp>
        <p:nvSpPr>
          <p:cNvPr id="370" name="Text 368"/>
          <p:cNvSpPr/>
          <p:nvPr/>
        </p:nvSpPr>
        <p:spPr>
          <a:xfrm>
            <a:off x="5425157" y="156495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371" name="Text 369"/>
          <p:cNvSpPr/>
          <p:nvPr/>
        </p:nvSpPr>
        <p:spPr>
          <a:xfrm>
            <a:off x="6379890" y="156495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372" name="Text 370"/>
          <p:cNvSpPr/>
          <p:nvPr/>
        </p:nvSpPr>
        <p:spPr>
          <a:xfrm>
            <a:off x="7759526" y="156495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</a:t>
            </a:r>
            <a:endParaRPr lang="en-US" sz="975" dirty="0"/>
          </a:p>
        </p:txBody>
      </p:sp>
      <p:sp>
        <p:nvSpPr>
          <p:cNvPr id="373" name="Shape 371"/>
          <p:cNvSpPr/>
          <p:nvPr/>
        </p:nvSpPr>
        <p:spPr>
          <a:xfrm>
            <a:off x="9163273" y="156995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4" name="Text 372"/>
          <p:cNvSpPr/>
          <p:nvPr/>
        </p:nvSpPr>
        <p:spPr>
          <a:xfrm>
            <a:off x="9201373" y="157281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75" name="Shape 373"/>
          <p:cNvSpPr/>
          <p:nvPr/>
        </p:nvSpPr>
        <p:spPr>
          <a:xfrm>
            <a:off x="10588675" y="156995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6" name="Text 374"/>
          <p:cNvSpPr/>
          <p:nvPr/>
        </p:nvSpPr>
        <p:spPr>
          <a:xfrm>
            <a:off x="10626775" y="157281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377" name="Shape 375"/>
          <p:cNvSpPr/>
          <p:nvPr/>
        </p:nvSpPr>
        <p:spPr>
          <a:xfrm>
            <a:off x="12014076" y="15699581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8" name="Text 376"/>
          <p:cNvSpPr/>
          <p:nvPr/>
        </p:nvSpPr>
        <p:spPr>
          <a:xfrm>
            <a:off x="12052176" y="15728156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79" name="Shape 377"/>
          <p:cNvSpPr/>
          <p:nvPr/>
        </p:nvSpPr>
        <p:spPr>
          <a:xfrm>
            <a:off x="2543175" y="1651635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0" name="Text 378"/>
          <p:cNvSpPr/>
          <p:nvPr/>
        </p:nvSpPr>
        <p:spPr>
          <a:xfrm>
            <a:off x="2695575" y="16144875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Abasiama Akpabio</a:t>
            </a:r>
            <a:endParaRPr lang="en-US" sz="975" dirty="0"/>
          </a:p>
        </p:txBody>
      </p:sp>
      <p:sp>
        <p:nvSpPr>
          <p:cNvPr id="381" name="Text 379"/>
          <p:cNvSpPr/>
          <p:nvPr/>
        </p:nvSpPr>
        <p:spPr>
          <a:xfrm>
            <a:off x="2695575" y="16292512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RC10455 · NIN 2333596009</a:t>
            </a:r>
            <a:endParaRPr lang="en-US" sz="825" dirty="0"/>
          </a:p>
        </p:txBody>
      </p:sp>
      <p:sp>
        <p:nvSpPr>
          <p:cNvPr id="382" name="Text 380"/>
          <p:cNvSpPr/>
          <p:nvPr/>
        </p:nvSpPr>
        <p:spPr>
          <a:xfrm>
            <a:off x="5425157" y="16140112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383" name="Text 381"/>
          <p:cNvSpPr/>
          <p:nvPr/>
        </p:nvSpPr>
        <p:spPr>
          <a:xfrm>
            <a:off x="6379890" y="16140112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384" name="Text 382"/>
          <p:cNvSpPr/>
          <p:nvPr/>
        </p:nvSpPr>
        <p:spPr>
          <a:xfrm>
            <a:off x="7759526" y="16140112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385" name="Shape 383"/>
          <p:cNvSpPr/>
          <p:nvPr/>
        </p:nvSpPr>
        <p:spPr>
          <a:xfrm>
            <a:off x="9163273" y="161901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6" name="Text 384"/>
          <p:cNvSpPr/>
          <p:nvPr/>
        </p:nvSpPr>
        <p:spPr>
          <a:xfrm>
            <a:off x="9201373" y="162186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387" name="Shape 385"/>
          <p:cNvSpPr/>
          <p:nvPr/>
        </p:nvSpPr>
        <p:spPr>
          <a:xfrm>
            <a:off x="10588675" y="161901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8" name="Text 386"/>
          <p:cNvSpPr/>
          <p:nvPr/>
        </p:nvSpPr>
        <p:spPr>
          <a:xfrm>
            <a:off x="10626775" y="162186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389" name="Shape 387"/>
          <p:cNvSpPr/>
          <p:nvPr/>
        </p:nvSpPr>
        <p:spPr>
          <a:xfrm>
            <a:off x="12014076" y="16190119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0" name="Text 388"/>
          <p:cNvSpPr/>
          <p:nvPr/>
        </p:nvSpPr>
        <p:spPr>
          <a:xfrm>
            <a:off x="12052176" y="16218694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391" name="Shape 389"/>
          <p:cNvSpPr/>
          <p:nvPr/>
        </p:nvSpPr>
        <p:spPr>
          <a:xfrm>
            <a:off x="2543175" y="1700688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2" name="Text 390"/>
          <p:cNvSpPr/>
          <p:nvPr/>
        </p:nvSpPr>
        <p:spPr>
          <a:xfrm>
            <a:off x="2695575" y="16635412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Abasiama Udoh</a:t>
            </a:r>
            <a:endParaRPr lang="en-US" sz="975" dirty="0"/>
          </a:p>
        </p:txBody>
      </p:sp>
      <p:sp>
        <p:nvSpPr>
          <p:cNvPr id="393" name="Text 391"/>
          <p:cNvSpPr/>
          <p:nvPr/>
        </p:nvSpPr>
        <p:spPr>
          <a:xfrm>
            <a:off x="2695575" y="1678305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RC10456 · NIN 3067387329</a:t>
            </a:r>
            <a:endParaRPr lang="en-US" sz="825" dirty="0"/>
          </a:p>
        </p:txBody>
      </p:sp>
      <p:sp>
        <p:nvSpPr>
          <p:cNvPr id="394" name="Text 392"/>
          <p:cNvSpPr/>
          <p:nvPr/>
        </p:nvSpPr>
        <p:spPr>
          <a:xfrm>
            <a:off x="5425157" y="16630650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395" name="Text 393"/>
          <p:cNvSpPr/>
          <p:nvPr/>
        </p:nvSpPr>
        <p:spPr>
          <a:xfrm>
            <a:off x="6379890" y="16630650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Onna</a:t>
            </a:r>
            <a:endParaRPr lang="en-US" sz="975" dirty="0"/>
          </a:p>
        </p:txBody>
      </p:sp>
      <p:sp>
        <p:nvSpPr>
          <p:cNvPr id="396" name="Text 394"/>
          <p:cNvSpPr/>
          <p:nvPr/>
        </p:nvSpPr>
        <p:spPr>
          <a:xfrm>
            <a:off x="7759526" y="16630650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397" name="Shape 395"/>
          <p:cNvSpPr/>
          <p:nvPr/>
        </p:nvSpPr>
        <p:spPr>
          <a:xfrm>
            <a:off x="9163273" y="166806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8" name="Text 396"/>
          <p:cNvSpPr/>
          <p:nvPr/>
        </p:nvSpPr>
        <p:spPr>
          <a:xfrm>
            <a:off x="9201373" y="167092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399" name="Shape 397"/>
          <p:cNvSpPr/>
          <p:nvPr/>
        </p:nvSpPr>
        <p:spPr>
          <a:xfrm>
            <a:off x="10588675" y="166806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0" name="Text 398"/>
          <p:cNvSpPr/>
          <p:nvPr/>
        </p:nvSpPr>
        <p:spPr>
          <a:xfrm>
            <a:off x="10626775" y="167092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401" name="Shape 399"/>
          <p:cNvSpPr/>
          <p:nvPr/>
        </p:nvSpPr>
        <p:spPr>
          <a:xfrm>
            <a:off x="12014076" y="16680656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2" name="Text 400"/>
          <p:cNvSpPr/>
          <p:nvPr/>
        </p:nvSpPr>
        <p:spPr>
          <a:xfrm>
            <a:off x="12052176" y="16709231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403" name="Shape 401"/>
          <p:cNvSpPr/>
          <p:nvPr/>
        </p:nvSpPr>
        <p:spPr>
          <a:xfrm>
            <a:off x="2543175" y="1749742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4" name="Text 402"/>
          <p:cNvSpPr/>
          <p:nvPr/>
        </p:nvSpPr>
        <p:spPr>
          <a:xfrm>
            <a:off x="2695575" y="1712595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Mbuotidem Akpabio</a:t>
            </a:r>
            <a:endParaRPr lang="en-US" sz="975" dirty="0"/>
          </a:p>
        </p:txBody>
      </p:sp>
      <p:sp>
        <p:nvSpPr>
          <p:cNvPr id="405" name="Text 403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RC10457 · NIN 5743488342</a:t>
            </a:r>
            <a:endParaRPr lang="en-US" sz="825" dirty="0"/>
          </a:p>
        </p:txBody>
      </p:sp>
      <p:sp>
        <p:nvSpPr>
          <p:cNvPr id="406" name="Text 404"/>
          <p:cNvSpPr/>
          <p:nvPr/>
        </p:nvSpPr>
        <p:spPr>
          <a:xfrm>
            <a:off x="5425157" y="17121188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407" name="Text 405"/>
          <p:cNvSpPr/>
          <p:nvPr/>
        </p:nvSpPr>
        <p:spPr>
          <a:xfrm>
            <a:off x="6379890" y="17121188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Mkpat Enin</a:t>
            </a:r>
            <a:endParaRPr lang="en-US" sz="975" dirty="0"/>
          </a:p>
        </p:txBody>
      </p:sp>
      <p:sp>
        <p:nvSpPr>
          <p:cNvPr id="408" name="Text 406"/>
          <p:cNvSpPr/>
          <p:nvPr/>
        </p:nvSpPr>
        <p:spPr>
          <a:xfrm>
            <a:off x="7759526" y="17121188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</a:t>
            </a:r>
            <a:endParaRPr lang="en-US" sz="975" dirty="0"/>
          </a:p>
        </p:txBody>
      </p:sp>
      <p:sp>
        <p:nvSpPr>
          <p:cNvPr id="409" name="Shape 407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0" name="Text 408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411" name="Shape 409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2" name="Text 410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413" name="Shape 411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4" name="Text 412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415" name="Shape 413"/>
          <p:cNvSpPr/>
          <p:nvPr/>
        </p:nvSpPr>
        <p:spPr>
          <a:xfrm>
            <a:off x="2543175" y="1798796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6" name="Text 414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Etim Akpabio</a:t>
            </a:r>
            <a:endParaRPr lang="en-US" sz="975" dirty="0"/>
          </a:p>
        </p:txBody>
      </p:sp>
      <p:sp>
        <p:nvSpPr>
          <p:cNvPr id="417" name="Text 415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RC10458 · NIN 1199195809</a:t>
            </a:r>
            <a:endParaRPr lang="en-US" sz="825" dirty="0"/>
          </a:p>
        </p:txBody>
      </p:sp>
      <p:sp>
        <p:nvSpPr>
          <p:cNvPr id="418" name="Text 416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419" name="Text 417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</a:t>
            </a:r>
            <a:endParaRPr lang="en-US" sz="975" dirty="0"/>
          </a:p>
        </p:txBody>
      </p:sp>
      <p:sp>
        <p:nvSpPr>
          <p:cNvPr id="420" name="Text 418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</a:t>
            </a:r>
            <a:endParaRPr lang="en-US" sz="975" dirty="0"/>
          </a:p>
        </p:txBody>
      </p:sp>
      <p:sp>
        <p:nvSpPr>
          <p:cNvPr id="421" name="Shape 419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2" name="Text 420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423" name="Shape 421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4" name="Text 422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425" name="Shape 423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6" name="Text 424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427" name="Shape 425"/>
          <p:cNvSpPr/>
          <p:nvPr/>
        </p:nvSpPr>
        <p:spPr>
          <a:xfrm>
            <a:off x="2543175" y="1847850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8" name="Text 426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Abasiama Bassey</a:t>
            </a:r>
            <a:endParaRPr lang="en-US" sz="975" dirty="0"/>
          </a:p>
        </p:txBody>
      </p:sp>
      <p:sp>
        <p:nvSpPr>
          <p:cNvPr id="429" name="Text 427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RC10459 · NIN 5665242607</a:t>
            </a:r>
            <a:endParaRPr lang="en-US" sz="825" dirty="0"/>
          </a:p>
        </p:txBody>
      </p:sp>
      <p:sp>
        <p:nvSpPr>
          <p:cNvPr id="430" name="Text 428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431" name="Text 429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Nsit Ubium</a:t>
            </a:r>
            <a:endParaRPr lang="en-US" sz="975" dirty="0"/>
          </a:p>
        </p:txBody>
      </p:sp>
      <p:sp>
        <p:nvSpPr>
          <p:cNvPr id="432" name="Text 430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433" name="Shape 431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4" name="Text 432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35" name="Shape 433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6" name="Text 434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37" name="Shape 435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8" name="Text 436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39" name="Shape 437"/>
          <p:cNvSpPr/>
          <p:nvPr/>
        </p:nvSpPr>
        <p:spPr>
          <a:xfrm>
            <a:off x="2543175" y="1896903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0" name="Text 438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Mbuotidem Essien</a:t>
            </a:r>
            <a:endParaRPr lang="en-US" sz="975" dirty="0"/>
          </a:p>
        </p:txBody>
      </p:sp>
      <p:sp>
        <p:nvSpPr>
          <p:cNvPr id="441" name="Text 439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RC10460 · NIN 7185493437</a:t>
            </a:r>
            <a:endParaRPr lang="en-US" sz="825" dirty="0"/>
          </a:p>
        </p:txBody>
      </p:sp>
      <p:sp>
        <p:nvSpPr>
          <p:cNvPr id="442" name="Text 440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443" name="Text 441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444" name="Text 442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445" name="Shape 443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6" name="Text 444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447" name="Shape 445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8" name="Text 446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449" name="Shape 447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0" name="Text 448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51" name="Shape 449"/>
          <p:cNvSpPr/>
          <p:nvPr/>
        </p:nvSpPr>
        <p:spPr>
          <a:xfrm>
            <a:off x="2543175" y="1945957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2" name="Text 450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Mbuotidem Essien</a:t>
            </a:r>
            <a:endParaRPr lang="en-US" sz="975" dirty="0"/>
          </a:p>
        </p:txBody>
      </p:sp>
      <p:sp>
        <p:nvSpPr>
          <p:cNvPr id="453" name="Text 451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RC10461 · NIN 4481634970</a:t>
            </a:r>
            <a:endParaRPr lang="en-US" sz="825" dirty="0"/>
          </a:p>
        </p:txBody>
      </p:sp>
      <p:sp>
        <p:nvSpPr>
          <p:cNvPr id="454" name="Text 452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455" name="Text 453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</a:t>
            </a:r>
            <a:endParaRPr lang="en-US" sz="975" dirty="0"/>
          </a:p>
        </p:txBody>
      </p:sp>
      <p:sp>
        <p:nvSpPr>
          <p:cNvPr id="456" name="Text 454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457" name="Shape 455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8" name="Text 456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59" name="Shape 457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0" name="Text 458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461" name="Shape 459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2" name="Text 460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63" name="Shape 461"/>
          <p:cNvSpPr/>
          <p:nvPr/>
        </p:nvSpPr>
        <p:spPr>
          <a:xfrm>
            <a:off x="2543175" y="1995011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4" name="Text 462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Okon Ekpo</a:t>
            </a:r>
            <a:endParaRPr lang="en-US" sz="975" dirty="0"/>
          </a:p>
        </p:txBody>
      </p:sp>
      <p:sp>
        <p:nvSpPr>
          <p:cNvPr id="465" name="Text 463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RC10462 · NIN 7223673701</a:t>
            </a:r>
            <a:endParaRPr lang="en-US" sz="825" dirty="0"/>
          </a:p>
        </p:txBody>
      </p:sp>
      <p:sp>
        <p:nvSpPr>
          <p:cNvPr id="466" name="Text 464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467" name="Text 465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Onna</a:t>
            </a:r>
            <a:endParaRPr lang="en-US" sz="975" dirty="0"/>
          </a:p>
        </p:txBody>
      </p:sp>
      <p:sp>
        <p:nvSpPr>
          <p:cNvPr id="468" name="Text 466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469" name="Shape 467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0" name="Text 468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471" name="Shape 469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2" name="Text 470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473" name="Shape 471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4" name="Text 472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75" name="Shape 473"/>
          <p:cNvSpPr/>
          <p:nvPr/>
        </p:nvSpPr>
        <p:spPr>
          <a:xfrm>
            <a:off x="2543175" y="2044065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6" name="Text 474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Emem Akpabio</a:t>
            </a:r>
            <a:endParaRPr lang="en-US" sz="975" dirty="0"/>
          </a:p>
        </p:txBody>
      </p:sp>
      <p:sp>
        <p:nvSpPr>
          <p:cNvPr id="477" name="Text 475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RC10463 · NIN 2673007997</a:t>
            </a:r>
            <a:endParaRPr lang="en-US" sz="825" dirty="0"/>
          </a:p>
        </p:txBody>
      </p:sp>
      <p:sp>
        <p:nvSpPr>
          <p:cNvPr id="478" name="Text 476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479" name="Text 477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Mkpat Enin</a:t>
            </a:r>
            <a:endParaRPr lang="en-US" sz="975" dirty="0"/>
          </a:p>
        </p:txBody>
      </p:sp>
      <p:sp>
        <p:nvSpPr>
          <p:cNvPr id="480" name="Text 478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481" name="Shape 479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2" name="Text 480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83" name="Shape 481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4" name="Text 482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85" name="Shape 483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6" name="Text 484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487" name="Shape 485"/>
          <p:cNvSpPr/>
          <p:nvPr/>
        </p:nvSpPr>
        <p:spPr>
          <a:xfrm>
            <a:off x="2543175" y="2093118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8" name="Text 486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Imaobong Eshiet</a:t>
            </a:r>
            <a:endParaRPr lang="en-US" sz="975" dirty="0"/>
          </a:p>
        </p:txBody>
      </p:sp>
      <p:sp>
        <p:nvSpPr>
          <p:cNvPr id="489" name="Text 487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RC10464 · NIN 4985043912</a:t>
            </a:r>
            <a:endParaRPr lang="en-US" sz="825" dirty="0"/>
          </a:p>
        </p:txBody>
      </p:sp>
      <p:sp>
        <p:nvSpPr>
          <p:cNvPr id="490" name="Text 488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491" name="Text 489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Onna</a:t>
            </a:r>
            <a:endParaRPr lang="en-US" sz="975" dirty="0"/>
          </a:p>
        </p:txBody>
      </p:sp>
      <p:sp>
        <p:nvSpPr>
          <p:cNvPr id="492" name="Text 490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493" name="Shape 491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4" name="Text 492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495" name="Shape 493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6" name="Text 494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497" name="Shape 495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8" name="Text 496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499" name="Shape 497"/>
          <p:cNvSpPr/>
          <p:nvPr/>
        </p:nvSpPr>
        <p:spPr>
          <a:xfrm>
            <a:off x="2543175" y="2142172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0" name="Text 498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Nsikak Udoh</a:t>
            </a:r>
            <a:endParaRPr lang="en-US" sz="975" dirty="0"/>
          </a:p>
        </p:txBody>
      </p:sp>
      <p:sp>
        <p:nvSpPr>
          <p:cNvPr id="501" name="Text 499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RC10465 · NIN 8540701142</a:t>
            </a:r>
            <a:endParaRPr lang="en-US" sz="825" dirty="0"/>
          </a:p>
        </p:txBody>
      </p:sp>
      <p:sp>
        <p:nvSpPr>
          <p:cNvPr id="502" name="Text 500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503" name="Text 501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Ikot Ekpene</a:t>
            </a:r>
            <a:endParaRPr lang="en-US" sz="975" dirty="0"/>
          </a:p>
        </p:txBody>
      </p:sp>
      <p:sp>
        <p:nvSpPr>
          <p:cNvPr id="504" name="Text 502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Etoi</a:t>
            </a:r>
            <a:endParaRPr lang="en-US" sz="975" dirty="0"/>
          </a:p>
        </p:txBody>
      </p:sp>
      <p:sp>
        <p:nvSpPr>
          <p:cNvPr id="505" name="Shape 503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6" name="Text 504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507" name="Shape 505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8" name="Text 506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09" name="Shape 507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0" name="Text 508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11" name="Shape 509"/>
          <p:cNvSpPr/>
          <p:nvPr/>
        </p:nvSpPr>
        <p:spPr>
          <a:xfrm>
            <a:off x="2543175" y="2191226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2" name="Text 510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Effiong Essien</a:t>
            </a:r>
            <a:endParaRPr lang="en-US" sz="975" dirty="0"/>
          </a:p>
        </p:txBody>
      </p:sp>
      <p:sp>
        <p:nvSpPr>
          <p:cNvPr id="513" name="Text 511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RC10466 · NIN 8993266684</a:t>
            </a:r>
            <a:endParaRPr lang="en-US" sz="825" dirty="0"/>
          </a:p>
        </p:txBody>
      </p:sp>
      <p:sp>
        <p:nvSpPr>
          <p:cNvPr id="514" name="Text 512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515" name="Text 513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Onna</a:t>
            </a:r>
            <a:endParaRPr lang="en-US" sz="975" dirty="0"/>
          </a:p>
        </p:txBody>
      </p:sp>
      <p:sp>
        <p:nvSpPr>
          <p:cNvPr id="516" name="Text 514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517" name="Shape 515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8" name="Text 516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519" name="Shape 517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0" name="Text 518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21" name="Shape 519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2" name="Text 520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523" name="Shape 521"/>
          <p:cNvSpPr/>
          <p:nvPr/>
        </p:nvSpPr>
        <p:spPr>
          <a:xfrm>
            <a:off x="2543175" y="2240280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4" name="Text 522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Mfon Essien</a:t>
            </a:r>
            <a:endParaRPr lang="en-US" sz="975" dirty="0"/>
          </a:p>
        </p:txBody>
      </p:sp>
      <p:sp>
        <p:nvSpPr>
          <p:cNvPr id="525" name="Text 523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RC10467 · NIN 5392936494</a:t>
            </a:r>
            <a:endParaRPr lang="en-US" sz="825" dirty="0"/>
          </a:p>
        </p:txBody>
      </p:sp>
      <p:sp>
        <p:nvSpPr>
          <p:cNvPr id="526" name="Text 524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527" name="Text 525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Eket</a:t>
            </a:r>
            <a:endParaRPr lang="en-US" sz="975" dirty="0"/>
          </a:p>
        </p:txBody>
      </p:sp>
      <p:sp>
        <p:nvSpPr>
          <p:cNvPr id="528" name="Text 526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529" name="Shape 527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0" name="Text 528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531" name="Shape 529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2" name="Text 530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33" name="Shape 531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4" name="Text 532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535" name="Shape 533"/>
          <p:cNvSpPr/>
          <p:nvPr/>
        </p:nvSpPr>
        <p:spPr>
          <a:xfrm>
            <a:off x="2543175" y="2289333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6" name="Text 534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Udoh</a:t>
            </a:r>
            <a:endParaRPr lang="en-US" sz="975" dirty="0"/>
          </a:p>
        </p:txBody>
      </p:sp>
      <p:sp>
        <p:nvSpPr>
          <p:cNvPr id="537" name="Text 535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RC10468 · NIN 3161384072</a:t>
            </a:r>
            <a:endParaRPr lang="en-US" sz="825" dirty="0"/>
          </a:p>
        </p:txBody>
      </p:sp>
      <p:sp>
        <p:nvSpPr>
          <p:cNvPr id="538" name="Text 536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539" name="Text 537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540" name="Text 538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541" name="Shape 539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2" name="Text 540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43" name="Shape 541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4" name="Text 542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545" name="Shape 543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6" name="Text 544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547" name="Shape 545"/>
          <p:cNvSpPr/>
          <p:nvPr/>
        </p:nvSpPr>
        <p:spPr>
          <a:xfrm>
            <a:off x="2543175" y="2338387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8" name="Text 546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Enobong Akpabio</a:t>
            </a:r>
            <a:endParaRPr lang="en-US" sz="975" dirty="0"/>
          </a:p>
        </p:txBody>
      </p:sp>
      <p:sp>
        <p:nvSpPr>
          <p:cNvPr id="549" name="Text 547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RC10469 · NIN 4382917455</a:t>
            </a:r>
            <a:endParaRPr lang="en-US" sz="825" dirty="0"/>
          </a:p>
        </p:txBody>
      </p:sp>
      <p:sp>
        <p:nvSpPr>
          <p:cNvPr id="550" name="Text 548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551" name="Text 549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552" name="Text 550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Ikpa Ibekwe</a:t>
            </a:r>
            <a:endParaRPr lang="en-US" sz="975" dirty="0"/>
          </a:p>
        </p:txBody>
      </p:sp>
      <p:sp>
        <p:nvSpPr>
          <p:cNvPr id="553" name="Shape 551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4" name="Text 552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55" name="Shape 553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6" name="Text 554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557" name="Shape 555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8" name="Text 556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559" name="Shape 557"/>
          <p:cNvSpPr/>
          <p:nvPr/>
        </p:nvSpPr>
        <p:spPr>
          <a:xfrm>
            <a:off x="2543175" y="23874413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0" name="Text 558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Aniekan Ituen</a:t>
            </a:r>
            <a:endParaRPr lang="en-US" sz="975" dirty="0"/>
          </a:p>
        </p:txBody>
      </p:sp>
      <p:sp>
        <p:nvSpPr>
          <p:cNvPr id="561" name="Text 559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RC10470 · NIN 5441765005</a:t>
            </a:r>
            <a:endParaRPr lang="en-US" sz="825" dirty="0"/>
          </a:p>
        </p:txBody>
      </p:sp>
      <p:sp>
        <p:nvSpPr>
          <p:cNvPr id="562" name="Text 560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975" dirty="0"/>
          </a:p>
        </p:txBody>
      </p:sp>
      <p:sp>
        <p:nvSpPr>
          <p:cNvPr id="563" name="Text 561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564" name="Text 562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565" name="Shape 563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6" name="Text 564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567" name="Shape 565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8" name="Text 566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69" name="Shape 567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0" name="Text 568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71" name="Shape 569"/>
          <p:cNvSpPr/>
          <p:nvPr/>
        </p:nvSpPr>
        <p:spPr>
          <a:xfrm>
            <a:off x="2543175" y="24364950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2" name="Text 570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Itoro Bassey</a:t>
            </a:r>
            <a:endParaRPr lang="en-US" sz="975" dirty="0"/>
          </a:p>
        </p:txBody>
      </p:sp>
      <p:sp>
        <p:nvSpPr>
          <p:cNvPr id="573" name="Text 571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RC10471 · NIN 6938982486</a:t>
            </a:r>
            <a:endParaRPr lang="en-US" sz="825" dirty="0"/>
          </a:p>
        </p:txBody>
      </p:sp>
      <p:sp>
        <p:nvSpPr>
          <p:cNvPr id="574" name="Text 572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575" name="Text 573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Mkpat Enin</a:t>
            </a:r>
            <a:endParaRPr lang="en-US" sz="975" dirty="0"/>
          </a:p>
        </p:txBody>
      </p:sp>
      <p:sp>
        <p:nvSpPr>
          <p:cNvPr id="576" name="Text 574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Etoi</a:t>
            </a:r>
            <a:endParaRPr lang="en-US" sz="975" dirty="0"/>
          </a:p>
        </p:txBody>
      </p:sp>
      <p:sp>
        <p:nvSpPr>
          <p:cNvPr id="577" name="Shape 575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8" name="Text 576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579" name="Shape 577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0" name="Text 578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581" name="Shape 579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2" name="Text 580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83" name="Shape 581"/>
          <p:cNvSpPr/>
          <p:nvPr/>
        </p:nvSpPr>
        <p:spPr>
          <a:xfrm>
            <a:off x="2543175" y="24855488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4" name="Text 582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Abasiama Udofia</a:t>
            </a:r>
            <a:endParaRPr lang="en-US" sz="975" dirty="0"/>
          </a:p>
        </p:txBody>
      </p:sp>
      <p:sp>
        <p:nvSpPr>
          <p:cNvPr id="585" name="Text 583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RC10472 · NIN 3555507839</a:t>
            </a:r>
            <a:endParaRPr lang="en-US" sz="825" dirty="0"/>
          </a:p>
        </p:txBody>
      </p:sp>
      <p:sp>
        <p:nvSpPr>
          <p:cNvPr id="586" name="Text 584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587" name="Text 585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Uyo</a:t>
            </a:r>
            <a:endParaRPr lang="en-US" sz="975" dirty="0"/>
          </a:p>
        </p:txBody>
      </p:sp>
      <p:sp>
        <p:nvSpPr>
          <p:cNvPr id="588" name="Text 586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Mbiabong</a:t>
            </a:r>
            <a:endParaRPr lang="en-US" sz="975" dirty="0"/>
          </a:p>
        </p:txBody>
      </p:sp>
      <p:sp>
        <p:nvSpPr>
          <p:cNvPr id="589" name="Shape 587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0" name="Text 588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591" name="Shape 589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9F3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2" name="Text 590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825" dirty="0"/>
          </a:p>
        </p:txBody>
      </p:sp>
      <p:sp>
        <p:nvSpPr>
          <p:cNvPr id="593" name="Shape 591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4" name="Text 592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595" name="Shape 593"/>
          <p:cNvSpPr/>
          <p:nvPr/>
        </p:nvSpPr>
        <p:spPr>
          <a:xfrm>
            <a:off x="2543175" y="25346025"/>
            <a:ext cx="10820400" cy="9525"/>
          </a:xfrm>
          <a:prstGeom prst="rect">
            <a:avLst/>
          </a:prstGeom>
          <a:solidFill>
            <a:srgbClr val="F2F4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6" name="Text 594"/>
          <p:cNvSpPr/>
          <p:nvPr/>
        </p:nvSpPr>
        <p:spPr>
          <a:xfrm>
            <a:off x="2695575" y="17145000"/>
            <a:ext cx="2751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Emem Ekanem</a:t>
            </a:r>
            <a:endParaRPr lang="en-US" sz="975" dirty="0"/>
          </a:p>
        </p:txBody>
      </p:sp>
      <p:sp>
        <p:nvSpPr>
          <p:cNvPr id="597" name="Text 595"/>
          <p:cNvSpPr/>
          <p:nvPr/>
        </p:nvSpPr>
        <p:spPr>
          <a:xfrm>
            <a:off x="2695575" y="17145000"/>
            <a:ext cx="275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RC10473 · NIN 5567629744</a:t>
            </a:r>
            <a:endParaRPr lang="en-US" sz="825" dirty="0"/>
          </a:p>
        </p:txBody>
      </p:sp>
      <p:sp>
        <p:nvSpPr>
          <p:cNvPr id="598" name="Text 596"/>
          <p:cNvSpPr/>
          <p:nvPr/>
        </p:nvSpPr>
        <p:spPr>
          <a:xfrm>
            <a:off x="5425157" y="17249775"/>
            <a:ext cx="878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975" dirty="0"/>
          </a:p>
        </p:txBody>
      </p:sp>
      <p:sp>
        <p:nvSpPr>
          <p:cNvPr id="599" name="Text 597"/>
          <p:cNvSpPr/>
          <p:nvPr/>
        </p:nvSpPr>
        <p:spPr>
          <a:xfrm>
            <a:off x="6379890" y="17249775"/>
            <a:ext cx="13034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Abak</a:t>
            </a:r>
            <a:endParaRPr lang="en-US" sz="975" dirty="0"/>
          </a:p>
        </p:txBody>
      </p:sp>
      <p:sp>
        <p:nvSpPr>
          <p:cNvPr id="600" name="Text 598"/>
          <p:cNvSpPr/>
          <p:nvPr/>
        </p:nvSpPr>
        <p:spPr>
          <a:xfrm>
            <a:off x="7759526" y="17249775"/>
            <a:ext cx="1327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</a:t>
            </a:r>
            <a:endParaRPr lang="en-US" sz="975" dirty="0"/>
          </a:p>
        </p:txBody>
      </p:sp>
      <p:sp>
        <p:nvSpPr>
          <p:cNvPr id="601" name="Shape 599"/>
          <p:cNvSpPr/>
          <p:nvPr/>
        </p:nvSpPr>
        <p:spPr>
          <a:xfrm>
            <a:off x="9163273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2" name="Text 600"/>
          <p:cNvSpPr/>
          <p:nvPr/>
        </p:nvSpPr>
        <p:spPr>
          <a:xfrm>
            <a:off x="9201373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603" name="Shape 601"/>
          <p:cNvSpPr/>
          <p:nvPr/>
        </p:nvSpPr>
        <p:spPr>
          <a:xfrm>
            <a:off x="10588675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4" name="Text 602"/>
          <p:cNvSpPr/>
          <p:nvPr/>
        </p:nvSpPr>
        <p:spPr>
          <a:xfrm>
            <a:off x="10626775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605" name="Shape 603"/>
          <p:cNvSpPr/>
          <p:nvPr/>
        </p:nvSpPr>
        <p:spPr>
          <a:xfrm>
            <a:off x="12014076" y="17145000"/>
            <a:ext cx="704850" cy="18097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6" name="Text 604"/>
          <p:cNvSpPr/>
          <p:nvPr/>
        </p:nvSpPr>
        <p:spPr>
          <a:xfrm>
            <a:off x="12052176" y="17173575"/>
            <a:ext cx="628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8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25" dirty="0"/>
          </a:p>
        </p:txBody>
      </p:sp>
      <p:sp>
        <p:nvSpPr>
          <p:cNvPr id="607" name="Shape 605"/>
          <p:cNvSpPr/>
          <p:nvPr/>
        </p:nvSpPr>
        <p:spPr>
          <a:xfrm>
            <a:off x="2533650" y="17145000"/>
            <a:ext cx="85725" cy="85725"/>
          </a:xfrm>
          <a:prstGeom prst="ellipse">
            <a:avLst/>
          </a:prstGeom>
          <a:solidFill>
            <a:srgbClr val="BCC6B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8" name="Text 606"/>
          <p:cNvSpPr/>
          <p:nvPr/>
        </p:nvSpPr>
        <p:spPr>
          <a:xfrm>
            <a:off x="2676525" y="17145000"/>
            <a:ext cx="5137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609" name="Shape 607"/>
          <p:cNvSpPr/>
          <p:nvPr/>
        </p:nvSpPr>
        <p:spPr>
          <a:xfrm>
            <a:off x="3285530" y="17145000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0" name="Text 608"/>
          <p:cNvSpPr/>
          <p:nvPr/>
        </p:nvSpPr>
        <p:spPr>
          <a:xfrm>
            <a:off x="3428405" y="17145000"/>
            <a:ext cx="4233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</a:t>
            </a:r>
            <a:endParaRPr lang="en-US" sz="900" dirty="0"/>
          </a:p>
        </p:txBody>
      </p:sp>
      <p:sp>
        <p:nvSpPr>
          <p:cNvPr id="611" name="Shape 609"/>
          <p:cNvSpPr/>
          <p:nvPr/>
        </p:nvSpPr>
        <p:spPr>
          <a:xfrm>
            <a:off x="3946996" y="17145000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2" name="Text 610"/>
          <p:cNvSpPr/>
          <p:nvPr/>
        </p:nvSpPr>
        <p:spPr>
          <a:xfrm>
            <a:off x="4089871" y="17145000"/>
            <a:ext cx="6459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8191500"/>
          </a:xfrm>
          <a:prstGeom prst="rect">
            <a:avLst/>
          </a:prstGeom>
          <a:gradFill rotWithShape="1">
            <a:gsLst>
              <a:gs pos="0">
                <a:srgbClr val="103A24">
                  <a:alpha val="100000"/>
                </a:srgbClr>
              </a:gs>
              <a:gs pos="100000">
                <a:srgbClr val="06291A">
                  <a:alpha val="10000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38525" y="3518595"/>
            <a:ext cx="2933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5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ROLE · MOBILE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38525" y="3747195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Presidential Aide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38525" y="4147245"/>
            <a:ext cx="274701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Ward PA sees only beneficiaries registered in their assigned ward, and issues stable-food vouchers directly to verified recipients in the field.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38525" y="5225355"/>
            <a:ext cx="2667000" cy="590550"/>
          </a:xfrm>
          <a:prstGeom prst="roundRect">
            <a:avLst>
              <a:gd name="adj" fmla="val 19355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00450" y="5368230"/>
            <a:ext cx="25774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WARD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600450" y="5511105"/>
            <a:ext cx="25774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 · Uyo LGA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562725" y="952500"/>
            <a:ext cx="3714750" cy="7429500"/>
          </a:xfrm>
          <a:prstGeom prst="roundRect">
            <a:avLst>
              <a:gd name="adj" fmla="val 11795"/>
            </a:avLst>
          </a:prstGeom>
          <a:solidFill>
            <a:srgbClr val="0A0D0B"/>
          </a:solidFill>
          <a:ln/>
          <a:effectLst>
            <a:outerShdw blurRad="666750" dist="2857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667500" y="1057275"/>
            <a:ext cx="3505200" cy="7219950"/>
          </a:xfrm>
          <a:prstGeom prst="roundRect">
            <a:avLst>
              <a:gd name="adj" fmla="val 9783"/>
            </a:avLst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667500" y="1057275"/>
            <a:ext cx="3505200" cy="323850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96100" y="1152525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94154" y="1164431"/>
            <a:ext cx="68148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· PA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474994" y="1150144"/>
            <a:ext cx="54530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▮▮▮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67500" y="1381125"/>
            <a:ext cx="3409950" cy="1395413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858000" y="1533525"/>
            <a:ext cx="33318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morning,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1666875"/>
            <a:ext cx="333184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Mfon Akpabio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0" y="2014538"/>
            <a:ext cx="1466850" cy="571500"/>
          </a:xfrm>
          <a:prstGeom prst="roundRect">
            <a:avLst>
              <a:gd name="adj" fmla="val 18333"/>
            </a:avLst>
          </a:prstGeom>
          <a:solidFill>
            <a:srgbClr val="0C4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962775" y="2119313"/>
            <a:ext cx="13830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962775" y="2357438"/>
            <a:ext cx="13830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ward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8420100" y="2014538"/>
            <a:ext cx="1466850" cy="571500"/>
          </a:xfrm>
          <a:prstGeom prst="roundRect">
            <a:avLst>
              <a:gd name="adj" fmla="val 18333"/>
            </a:avLst>
          </a:prstGeom>
          <a:solidFill>
            <a:srgbClr val="0C4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8524875" y="2119313"/>
            <a:ext cx="13830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8C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524875" y="2357438"/>
            <a:ext cx="13830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today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819900" y="2909888"/>
            <a:ext cx="32074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BENEFICIARIES · USE OFFOT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9900" y="310038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962775" y="3233738"/>
            <a:ext cx="381000" cy="381000"/>
          </a:xfrm>
          <a:prstGeom prst="ellipse">
            <a:avLst/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7085707" y="3343275"/>
            <a:ext cx="2112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7458075" y="328612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Ekanem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58075" y="343852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RC10428 · Female</a:t>
            </a:r>
            <a:endParaRPr lang="en-US" sz="825" dirty="0"/>
          </a:p>
        </p:txBody>
      </p:sp>
      <p:sp>
        <p:nvSpPr>
          <p:cNvPr id="44" name="Shape 42"/>
          <p:cNvSpPr/>
          <p:nvPr/>
        </p:nvSpPr>
        <p:spPr>
          <a:xfrm>
            <a:off x="9292158" y="338137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9415983" y="33813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9539808" y="33813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9739833" y="333613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19900" y="384333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962775" y="3976687"/>
            <a:ext cx="381000" cy="381000"/>
          </a:xfrm>
          <a:prstGeom prst="ellipse">
            <a:avLst/>
          </a:prstGeom>
          <a:solidFill>
            <a:srgbClr val="F6F1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7085707" y="4086225"/>
            <a:ext cx="2112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7458075" y="402907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Bassey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458075" y="418147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RC10429 · Female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9292158" y="41243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9415983" y="41243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9539808" y="412432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9739833" y="407908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19900" y="458628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962775" y="4719638"/>
            <a:ext cx="381000" cy="381000"/>
          </a:xfrm>
          <a:prstGeom prst="ellipse">
            <a:avLst/>
          </a:prstGeom>
          <a:solidFill>
            <a:srgbClr val="E8EE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7054007" y="4829175"/>
            <a:ext cx="274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2A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7458075" y="477202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Uduak Akpan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458075" y="492442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RC10430 · Female</a:t>
            </a:r>
            <a:endParaRPr lang="en-US" sz="825" dirty="0"/>
          </a:p>
        </p:txBody>
      </p:sp>
      <p:sp>
        <p:nvSpPr>
          <p:cNvPr id="62" name="Shape 60"/>
          <p:cNvSpPr/>
          <p:nvPr/>
        </p:nvSpPr>
        <p:spPr>
          <a:xfrm>
            <a:off x="9292158" y="48672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9415983" y="486727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9539808" y="48672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9739833" y="482203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819900" y="532923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6962775" y="5462588"/>
            <a:ext cx="381000" cy="381000"/>
          </a:xfrm>
          <a:prstGeom prst="ellipse">
            <a:avLst/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7057951" y="5572125"/>
            <a:ext cx="2668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7458075" y="551497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Aniekan Etim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458075" y="566737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RC10431 · Male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9292158" y="56102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9415983" y="56102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9539808" y="561022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9739833" y="556498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819900" y="607218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6962775" y="6205538"/>
            <a:ext cx="381000" cy="381000"/>
          </a:xfrm>
          <a:prstGeom prst="ellipse">
            <a:avLst/>
          </a:prstGeom>
          <a:solidFill>
            <a:srgbClr val="F6F1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7038156" y="6315075"/>
            <a:ext cx="3063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125" dirty="0"/>
          </a:p>
        </p:txBody>
      </p:sp>
      <p:sp>
        <p:nvSpPr>
          <p:cNvPr id="78" name="Text 76"/>
          <p:cNvSpPr/>
          <p:nvPr/>
        </p:nvSpPr>
        <p:spPr>
          <a:xfrm>
            <a:off x="7458075" y="625792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Mbuotidem Okon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7458075" y="641032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RC10432 · Female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9292158" y="63531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9415983" y="635317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9539808" y="635317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9739833" y="630793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819900" y="681513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6962775" y="6948488"/>
            <a:ext cx="381000" cy="381000"/>
          </a:xfrm>
          <a:prstGeom prst="ellipse">
            <a:avLst/>
          </a:prstGeom>
          <a:solidFill>
            <a:srgbClr val="E8EE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/>
          <p:nvPr/>
        </p:nvSpPr>
        <p:spPr>
          <a:xfrm>
            <a:off x="7057951" y="7058025"/>
            <a:ext cx="2668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2A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1125" dirty="0"/>
          </a:p>
        </p:txBody>
      </p:sp>
      <p:sp>
        <p:nvSpPr>
          <p:cNvPr id="87" name="Text 85"/>
          <p:cNvSpPr/>
          <p:nvPr/>
        </p:nvSpPr>
        <p:spPr>
          <a:xfrm>
            <a:off x="7458075" y="700087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Asuquo Bassey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458075" y="715327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RC10433 · Male</a:t>
            </a:r>
            <a:endParaRPr lang="en-US" sz="825" dirty="0"/>
          </a:p>
        </p:txBody>
      </p:sp>
      <p:sp>
        <p:nvSpPr>
          <p:cNvPr id="89" name="Shape 87"/>
          <p:cNvSpPr/>
          <p:nvPr/>
        </p:nvSpPr>
        <p:spPr>
          <a:xfrm>
            <a:off x="9292158" y="709612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Shape 88"/>
          <p:cNvSpPr/>
          <p:nvPr/>
        </p:nvSpPr>
        <p:spPr>
          <a:xfrm>
            <a:off x="9415983" y="709612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" name="Shape 89"/>
          <p:cNvSpPr/>
          <p:nvPr/>
        </p:nvSpPr>
        <p:spPr>
          <a:xfrm>
            <a:off x="9539808" y="70961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" name="Text 90"/>
          <p:cNvSpPr/>
          <p:nvPr/>
        </p:nvSpPr>
        <p:spPr>
          <a:xfrm>
            <a:off x="9739833" y="705088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819900" y="755808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2"/>
          <p:cNvSpPr/>
          <p:nvPr/>
        </p:nvSpPr>
        <p:spPr>
          <a:xfrm>
            <a:off x="6962775" y="7691438"/>
            <a:ext cx="381000" cy="381000"/>
          </a:xfrm>
          <a:prstGeom prst="ellipse">
            <a:avLst/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5" name="Text 93"/>
          <p:cNvSpPr/>
          <p:nvPr/>
        </p:nvSpPr>
        <p:spPr>
          <a:xfrm>
            <a:off x="7054007" y="7800975"/>
            <a:ext cx="274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125" dirty="0"/>
          </a:p>
        </p:txBody>
      </p:sp>
      <p:sp>
        <p:nvSpPr>
          <p:cNvPr id="96" name="Text 94"/>
          <p:cNvSpPr/>
          <p:nvPr/>
        </p:nvSpPr>
        <p:spPr>
          <a:xfrm>
            <a:off x="7458075" y="774382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Etim Udoh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7458075" y="789622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RC10434 · Male</a:t>
            </a:r>
            <a:endParaRPr lang="en-US" sz="825" dirty="0"/>
          </a:p>
        </p:txBody>
      </p:sp>
      <p:sp>
        <p:nvSpPr>
          <p:cNvPr id="98" name="Shape 96"/>
          <p:cNvSpPr/>
          <p:nvPr/>
        </p:nvSpPr>
        <p:spPr>
          <a:xfrm>
            <a:off x="9292158" y="78390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9" name="Shape 97"/>
          <p:cNvSpPr/>
          <p:nvPr/>
        </p:nvSpPr>
        <p:spPr>
          <a:xfrm>
            <a:off x="9415983" y="78390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0" name="Shape 98"/>
          <p:cNvSpPr/>
          <p:nvPr/>
        </p:nvSpPr>
        <p:spPr>
          <a:xfrm>
            <a:off x="9539808" y="78390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1" name="Text 99"/>
          <p:cNvSpPr/>
          <p:nvPr/>
        </p:nvSpPr>
        <p:spPr>
          <a:xfrm>
            <a:off x="9739833" y="779383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6819900" y="830103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1"/>
          <p:cNvSpPr/>
          <p:nvPr/>
        </p:nvSpPr>
        <p:spPr>
          <a:xfrm>
            <a:off x="6962775" y="8434388"/>
            <a:ext cx="381000" cy="381000"/>
          </a:xfrm>
          <a:prstGeom prst="ellipse">
            <a:avLst/>
          </a:prstGeom>
          <a:solidFill>
            <a:srgbClr val="F6F1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4" name="Text 102"/>
          <p:cNvSpPr/>
          <p:nvPr/>
        </p:nvSpPr>
        <p:spPr>
          <a:xfrm>
            <a:off x="7085707" y="8543925"/>
            <a:ext cx="2112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125" dirty="0"/>
          </a:p>
        </p:txBody>
      </p:sp>
      <p:sp>
        <p:nvSpPr>
          <p:cNvPr id="105" name="Text 103"/>
          <p:cNvSpPr/>
          <p:nvPr/>
        </p:nvSpPr>
        <p:spPr>
          <a:xfrm>
            <a:off x="7458075" y="848677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Asuquo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7458075" y="863917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RC10435 · Female</a:t>
            </a:r>
            <a:endParaRPr lang="en-US" sz="825" dirty="0"/>
          </a:p>
        </p:txBody>
      </p:sp>
      <p:sp>
        <p:nvSpPr>
          <p:cNvPr id="107" name="Shape 105"/>
          <p:cNvSpPr/>
          <p:nvPr/>
        </p:nvSpPr>
        <p:spPr>
          <a:xfrm>
            <a:off x="9292158" y="85820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8" name="Shape 106"/>
          <p:cNvSpPr/>
          <p:nvPr/>
        </p:nvSpPr>
        <p:spPr>
          <a:xfrm>
            <a:off x="9415983" y="858202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9" name="Shape 107"/>
          <p:cNvSpPr/>
          <p:nvPr/>
        </p:nvSpPr>
        <p:spPr>
          <a:xfrm>
            <a:off x="9539808" y="858202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0" name="Text 108"/>
          <p:cNvSpPr/>
          <p:nvPr/>
        </p:nvSpPr>
        <p:spPr>
          <a:xfrm>
            <a:off x="9739833" y="853678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6819900" y="904398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10"/>
          <p:cNvSpPr/>
          <p:nvPr/>
        </p:nvSpPr>
        <p:spPr>
          <a:xfrm>
            <a:off x="6962775" y="9177338"/>
            <a:ext cx="381000" cy="381000"/>
          </a:xfrm>
          <a:prstGeom prst="ellipse">
            <a:avLst/>
          </a:prstGeom>
          <a:solidFill>
            <a:srgbClr val="E8EE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3" name="Text 111"/>
          <p:cNvSpPr/>
          <p:nvPr/>
        </p:nvSpPr>
        <p:spPr>
          <a:xfrm>
            <a:off x="7046119" y="9286875"/>
            <a:ext cx="2905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2A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</a:t>
            </a:r>
            <a:endParaRPr lang="en-US" sz="1125" dirty="0"/>
          </a:p>
        </p:txBody>
      </p:sp>
      <p:sp>
        <p:nvSpPr>
          <p:cNvPr id="114" name="Text 112"/>
          <p:cNvSpPr/>
          <p:nvPr/>
        </p:nvSpPr>
        <p:spPr>
          <a:xfrm>
            <a:off x="7458075" y="922972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Udoh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7458075" y="938212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RC10436 · Female</a:t>
            </a:r>
            <a:endParaRPr lang="en-US" sz="825" dirty="0"/>
          </a:p>
        </p:txBody>
      </p:sp>
      <p:sp>
        <p:nvSpPr>
          <p:cNvPr id="116" name="Shape 114"/>
          <p:cNvSpPr/>
          <p:nvPr/>
        </p:nvSpPr>
        <p:spPr>
          <a:xfrm>
            <a:off x="9292158" y="93249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7" name="Shape 115"/>
          <p:cNvSpPr/>
          <p:nvPr/>
        </p:nvSpPr>
        <p:spPr>
          <a:xfrm>
            <a:off x="9415983" y="93249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8" name="Shape 116"/>
          <p:cNvSpPr/>
          <p:nvPr/>
        </p:nvSpPr>
        <p:spPr>
          <a:xfrm>
            <a:off x="9539808" y="93249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9" name="Text 117"/>
          <p:cNvSpPr/>
          <p:nvPr/>
        </p:nvSpPr>
        <p:spPr>
          <a:xfrm>
            <a:off x="9739833" y="927973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6819900" y="978693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9"/>
          <p:cNvSpPr/>
          <p:nvPr/>
        </p:nvSpPr>
        <p:spPr>
          <a:xfrm>
            <a:off x="6962775" y="9920288"/>
            <a:ext cx="381000" cy="381000"/>
          </a:xfrm>
          <a:prstGeom prst="ellipse">
            <a:avLst/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2" name="Text 120"/>
          <p:cNvSpPr/>
          <p:nvPr/>
        </p:nvSpPr>
        <p:spPr>
          <a:xfrm>
            <a:off x="7042175" y="10029825"/>
            <a:ext cx="2984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</a:t>
            </a:r>
            <a:endParaRPr lang="en-US" sz="1125" dirty="0"/>
          </a:p>
        </p:txBody>
      </p:sp>
      <p:sp>
        <p:nvSpPr>
          <p:cNvPr id="123" name="Text 121"/>
          <p:cNvSpPr/>
          <p:nvPr/>
        </p:nvSpPr>
        <p:spPr>
          <a:xfrm>
            <a:off x="7458075" y="997267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Mbuotidem Udoh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7458075" y="1012507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RC10437 · Female</a:t>
            </a:r>
            <a:endParaRPr lang="en-US" sz="825" dirty="0"/>
          </a:p>
        </p:txBody>
      </p:sp>
      <p:sp>
        <p:nvSpPr>
          <p:cNvPr id="125" name="Shape 123"/>
          <p:cNvSpPr/>
          <p:nvPr/>
        </p:nvSpPr>
        <p:spPr>
          <a:xfrm>
            <a:off x="9292158" y="1006792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6" name="Shape 124"/>
          <p:cNvSpPr/>
          <p:nvPr/>
        </p:nvSpPr>
        <p:spPr>
          <a:xfrm>
            <a:off x="9415983" y="1006792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7" name="Shape 125"/>
          <p:cNvSpPr/>
          <p:nvPr/>
        </p:nvSpPr>
        <p:spPr>
          <a:xfrm>
            <a:off x="9539808" y="1006792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8" name="Text 126"/>
          <p:cNvSpPr/>
          <p:nvPr/>
        </p:nvSpPr>
        <p:spPr>
          <a:xfrm>
            <a:off x="9739833" y="1002268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6819900" y="1052988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8"/>
          <p:cNvSpPr/>
          <p:nvPr/>
        </p:nvSpPr>
        <p:spPr>
          <a:xfrm>
            <a:off x="6962775" y="10663238"/>
            <a:ext cx="381000" cy="381000"/>
          </a:xfrm>
          <a:prstGeom prst="ellipse">
            <a:avLst/>
          </a:prstGeom>
          <a:solidFill>
            <a:srgbClr val="F6F1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1" name="Text 129"/>
          <p:cNvSpPr/>
          <p:nvPr/>
        </p:nvSpPr>
        <p:spPr>
          <a:xfrm>
            <a:off x="7049988" y="10772775"/>
            <a:ext cx="28269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endParaRPr lang="en-US" sz="1125" dirty="0"/>
          </a:p>
        </p:txBody>
      </p:sp>
      <p:sp>
        <p:nvSpPr>
          <p:cNvPr id="132" name="Text 130"/>
          <p:cNvSpPr/>
          <p:nvPr/>
        </p:nvSpPr>
        <p:spPr>
          <a:xfrm>
            <a:off x="7458075" y="1071562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Asuquo Okon</a:t>
            </a:r>
            <a:endParaRPr lang="en-US" sz="1050" dirty="0"/>
          </a:p>
        </p:txBody>
      </p:sp>
      <p:sp>
        <p:nvSpPr>
          <p:cNvPr id="133" name="Text 131"/>
          <p:cNvSpPr/>
          <p:nvPr/>
        </p:nvSpPr>
        <p:spPr>
          <a:xfrm>
            <a:off x="7458075" y="1086802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RC10438 · Male</a:t>
            </a:r>
            <a:endParaRPr lang="en-US" sz="825" dirty="0"/>
          </a:p>
        </p:txBody>
      </p:sp>
      <p:sp>
        <p:nvSpPr>
          <p:cNvPr id="134" name="Shape 132"/>
          <p:cNvSpPr/>
          <p:nvPr/>
        </p:nvSpPr>
        <p:spPr>
          <a:xfrm>
            <a:off x="9292158" y="1081087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5" name="Shape 133"/>
          <p:cNvSpPr/>
          <p:nvPr/>
        </p:nvSpPr>
        <p:spPr>
          <a:xfrm>
            <a:off x="9415983" y="108108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6" name="Shape 134"/>
          <p:cNvSpPr/>
          <p:nvPr/>
        </p:nvSpPr>
        <p:spPr>
          <a:xfrm>
            <a:off x="9539808" y="108108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7" name="Text 135"/>
          <p:cNvSpPr/>
          <p:nvPr/>
        </p:nvSpPr>
        <p:spPr>
          <a:xfrm>
            <a:off x="9739833" y="1076563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6819900" y="1127283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Shape 137"/>
          <p:cNvSpPr/>
          <p:nvPr/>
        </p:nvSpPr>
        <p:spPr>
          <a:xfrm>
            <a:off x="6962775" y="11406188"/>
            <a:ext cx="381000" cy="381000"/>
          </a:xfrm>
          <a:prstGeom prst="ellipse">
            <a:avLst/>
          </a:prstGeom>
          <a:solidFill>
            <a:srgbClr val="E8EE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0" name="Text 138"/>
          <p:cNvSpPr/>
          <p:nvPr/>
        </p:nvSpPr>
        <p:spPr>
          <a:xfrm>
            <a:off x="7046119" y="11515725"/>
            <a:ext cx="2905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2A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</a:t>
            </a:r>
            <a:endParaRPr lang="en-US" sz="1125" dirty="0"/>
          </a:p>
        </p:txBody>
      </p:sp>
      <p:sp>
        <p:nvSpPr>
          <p:cNvPr id="141" name="Text 139"/>
          <p:cNvSpPr/>
          <p:nvPr/>
        </p:nvSpPr>
        <p:spPr>
          <a:xfrm>
            <a:off x="7458075" y="1145857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Umoh</a:t>
            </a:r>
            <a:endParaRPr lang="en-US" sz="1050" dirty="0"/>
          </a:p>
        </p:txBody>
      </p:sp>
      <p:sp>
        <p:nvSpPr>
          <p:cNvPr id="142" name="Text 140"/>
          <p:cNvSpPr/>
          <p:nvPr/>
        </p:nvSpPr>
        <p:spPr>
          <a:xfrm>
            <a:off x="7458075" y="1161097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RC10439 · Female</a:t>
            </a:r>
            <a:endParaRPr lang="en-US" sz="825" dirty="0"/>
          </a:p>
        </p:txBody>
      </p:sp>
      <p:sp>
        <p:nvSpPr>
          <p:cNvPr id="143" name="Shape 141"/>
          <p:cNvSpPr/>
          <p:nvPr/>
        </p:nvSpPr>
        <p:spPr>
          <a:xfrm>
            <a:off x="9292158" y="115538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4" name="Shape 142"/>
          <p:cNvSpPr/>
          <p:nvPr/>
        </p:nvSpPr>
        <p:spPr>
          <a:xfrm>
            <a:off x="9415983" y="1155382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5" name="Shape 143"/>
          <p:cNvSpPr/>
          <p:nvPr/>
        </p:nvSpPr>
        <p:spPr>
          <a:xfrm>
            <a:off x="9539808" y="115538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6" name="Text 144"/>
          <p:cNvSpPr/>
          <p:nvPr/>
        </p:nvSpPr>
        <p:spPr>
          <a:xfrm>
            <a:off x="9739833" y="1150858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6819900" y="1201578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Shape 146"/>
          <p:cNvSpPr/>
          <p:nvPr/>
        </p:nvSpPr>
        <p:spPr>
          <a:xfrm>
            <a:off x="6962775" y="12149138"/>
            <a:ext cx="381000" cy="381000"/>
          </a:xfrm>
          <a:prstGeom prst="ellipse">
            <a:avLst/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9" name="Text 147"/>
          <p:cNvSpPr/>
          <p:nvPr/>
        </p:nvSpPr>
        <p:spPr>
          <a:xfrm>
            <a:off x="7054007" y="12258675"/>
            <a:ext cx="274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</a:t>
            </a:r>
            <a:endParaRPr lang="en-US" sz="1125" dirty="0"/>
          </a:p>
        </p:txBody>
      </p:sp>
      <p:sp>
        <p:nvSpPr>
          <p:cNvPr id="150" name="Text 148"/>
          <p:cNvSpPr/>
          <p:nvPr/>
        </p:nvSpPr>
        <p:spPr>
          <a:xfrm>
            <a:off x="7458075" y="1220152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Ubong Ekanem</a:t>
            </a:r>
            <a:endParaRPr lang="en-US" sz="1050" dirty="0"/>
          </a:p>
        </p:txBody>
      </p:sp>
      <p:sp>
        <p:nvSpPr>
          <p:cNvPr id="151" name="Text 149"/>
          <p:cNvSpPr/>
          <p:nvPr/>
        </p:nvSpPr>
        <p:spPr>
          <a:xfrm>
            <a:off x="7458075" y="1235392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RC10442 · Male</a:t>
            </a:r>
            <a:endParaRPr lang="en-US" sz="825" dirty="0"/>
          </a:p>
        </p:txBody>
      </p:sp>
      <p:sp>
        <p:nvSpPr>
          <p:cNvPr id="152" name="Shape 150"/>
          <p:cNvSpPr/>
          <p:nvPr/>
        </p:nvSpPr>
        <p:spPr>
          <a:xfrm>
            <a:off x="9292158" y="122967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3" name="Shape 151"/>
          <p:cNvSpPr/>
          <p:nvPr/>
        </p:nvSpPr>
        <p:spPr>
          <a:xfrm>
            <a:off x="9415983" y="122967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4" name="Shape 152"/>
          <p:cNvSpPr/>
          <p:nvPr/>
        </p:nvSpPr>
        <p:spPr>
          <a:xfrm>
            <a:off x="9539808" y="122967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5" name="Text 153"/>
          <p:cNvSpPr/>
          <p:nvPr/>
        </p:nvSpPr>
        <p:spPr>
          <a:xfrm>
            <a:off x="9739833" y="1225153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6819900" y="1275873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Shape 155"/>
          <p:cNvSpPr/>
          <p:nvPr/>
        </p:nvSpPr>
        <p:spPr>
          <a:xfrm>
            <a:off x="6962775" y="12892088"/>
            <a:ext cx="381000" cy="381000"/>
          </a:xfrm>
          <a:prstGeom prst="ellipse">
            <a:avLst/>
          </a:prstGeom>
          <a:solidFill>
            <a:srgbClr val="F6F1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8" name="Text 156"/>
          <p:cNvSpPr/>
          <p:nvPr/>
        </p:nvSpPr>
        <p:spPr>
          <a:xfrm>
            <a:off x="7085707" y="13001625"/>
            <a:ext cx="2112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25" dirty="0"/>
          </a:p>
        </p:txBody>
      </p:sp>
      <p:sp>
        <p:nvSpPr>
          <p:cNvPr id="159" name="Text 157"/>
          <p:cNvSpPr/>
          <p:nvPr/>
        </p:nvSpPr>
        <p:spPr>
          <a:xfrm>
            <a:off x="7458075" y="1294447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Aniekeme Inyang</a:t>
            </a:r>
            <a:endParaRPr lang="en-US" sz="1050" dirty="0"/>
          </a:p>
        </p:txBody>
      </p:sp>
      <p:sp>
        <p:nvSpPr>
          <p:cNvPr id="160" name="Text 158"/>
          <p:cNvSpPr/>
          <p:nvPr/>
        </p:nvSpPr>
        <p:spPr>
          <a:xfrm>
            <a:off x="7458075" y="1309687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RC10444 · Male</a:t>
            </a:r>
            <a:endParaRPr lang="en-US" sz="825" dirty="0"/>
          </a:p>
        </p:txBody>
      </p:sp>
      <p:sp>
        <p:nvSpPr>
          <p:cNvPr id="161" name="Shape 159"/>
          <p:cNvSpPr/>
          <p:nvPr/>
        </p:nvSpPr>
        <p:spPr>
          <a:xfrm>
            <a:off x="9292158" y="130397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2" name="Shape 160"/>
          <p:cNvSpPr/>
          <p:nvPr/>
        </p:nvSpPr>
        <p:spPr>
          <a:xfrm>
            <a:off x="9415983" y="1303972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3" name="Shape 161"/>
          <p:cNvSpPr/>
          <p:nvPr/>
        </p:nvSpPr>
        <p:spPr>
          <a:xfrm>
            <a:off x="9539808" y="1303972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4" name="Text 162"/>
          <p:cNvSpPr/>
          <p:nvPr/>
        </p:nvSpPr>
        <p:spPr>
          <a:xfrm>
            <a:off x="9739833" y="1299448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65" name="Shape 163"/>
          <p:cNvSpPr/>
          <p:nvPr/>
        </p:nvSpPr>
        <p:spPr>
          <a:xfrm>
            <a:off x="6819900" y="1350168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Shape 164"/>
          <p:cNvSpPr/>
          <p:nvPr/>
        </p:nvSpPr>
        <p:spPr>
          <a:xfrm>
            <a:off x="6962775" y="13635038"/>
            <a:ext cx="381000" cy="381000"/>
          </a:xfrm>
          <a:prstGeom prst="ellipse">
            <a:avLst/>
          </a:prstGeom>
          <a:solidFill>
            <a:srgbClr val="E8EE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7" name="Text 165"/>
          <p:cNvSpPr/>
          <p:nvPr/>
        </p:nvSpPr>
        <p:spPr>
          <a:xfrm>
            <a:off x="7057951" y="13744575"/>
            <a:ext cx="2668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2A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1125" dirty="0"/>
          </a:p>
        </p:txBody>
      </p:sp>
      <p:sp>
        <p:nvSpPr>
          <p:cNvPr id="168" name="Text 166"/>
          <p:cNvSpPr/>
          <p:nvPr/>
        </p:nvSpPr>
        <p:spPr>
          <a:xfrm>
            <a:off x="7458075" y="1368742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Abasiama Akpabio</a:t>
            </a:r>
            <a:endParaRPr lang="en-US" sz="1050" dirty="0"/>
          </a:p>
        </p:txBody>
      </p:sp>
      <p:sp>
        <p:nvSpPr>
          <p:cNvPr id="169" name="Text 167"/>
          <p:cNvSpPr/>
          <p:nvPr/>
        </p:nvSpPr>
        <p:spPr>
          <a:xfrm>
            <a:off x="7458075" y="1383982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RC10455 · Female</a:t>
            </a:r>
            <a:endParaRPr lang="en-US" sz="825" dirty="0"/>
          </a:p>
        </p:txBody>
      </p:sp>
      <p:sp>
        <p:nvSpPr>
          <p:cNvPr id="170" name="Shape 168"/>
          <p:cNvSpPr/>
          <p:nvPr/>
        </p:nvSpPr>
        <p:spPr>
          <a:xfrm>
            <a:off x="9292158" y="137826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1" name="Shape 169"/>
          <p:cNvSpPr/>
          <p:nvPr/>
        </p:nvSpPr>
        <p:spPr>
          <a:xfrm>
            <a:off x="9415983" y="137826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2" name="Shape 170"/>
          <p:cNvSpPr/>
          <p:nvPr/>
        </p:nvSpPr>
        <p:spPr>
          <a:xfrm>
            <a:off x="9539808" y="137826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3" name="Text 171"/>
          <p:cNvSpPr/>
          <p:nvPr/>
        </p:nvSpPr>
        <p:spPr>
          <a:xfrm>
            <a:off x="9739833" y="1373743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74" name="Shape 172"/>
          <p:cNvSpPr/>
          <p:nvPr/>
        </p:nvSpPr>
        <p:spPr>
          <a:xfrm>
            <a:off x="6819900" y="1424463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5" name="Shape 173"/>
          <p:cNvSpPr/>
          <p:nvPr/>
        </p:nvSpPr>
        <p:spPr>
          <a:xfrm>
            <a:off x="6962775" y="14377988"/>
            <a:ext cx="381000" cy="381000"/>
          </a:xfrm>
          <a:prstGeom prst="ellipse">
            <a:avLst/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6" name="Text 174"/>
          <p:cNvSpPr/>
          <p:nvPr/>
        </p:nvSpPr>
        <p:spPr>
          <a:xfrm>
            <a:off x="7054007" y="14487525"/>
            <a:ext cx="274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</a:t>
            </a:r>
            <a:endParaRPr lang="en-US" sz="1125" dirty="0"/>
          </a:p>
        </p:txBody>
      </p:sp>
      <p:sp>
        <p:nvSpPr>
          <p:cNvPr id="177" name="Text 175"/>
          <p:cNvSpPr/>
          <p:nvPr/>
        </p:nvSpPr>
        <p:spPr>
          <a:xfrm>
            <a:off x="7458075" y="1443037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Abasiama Udoh</a:t>
            </a:r>
            <a:endParaRPr lang="en-US" sz="1050" dirty="0"/>
          </a:p>
        </p:txBody>
      </p:sp>
      <p:sp>
        <p:nvSpPr>
          <p:cNvPr id="178" name="Text 176"/>
          <p:cNvSpPr/>
          <p:nvPr/>
        </p:nvSpPr>
        <p:spPr>
          <a:xfrm>
            <a:off x="7458075" y="1458277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RC10456 · Female</a:t>
            </a:r>
            <a:endParaRPr lang="en-US" sz="825" dirty="0"/>
          </a:p>
        </p:txBody>
      </p:sp>
      <p:sp>
        <p:nvSpPr>
          <p:cNvPr id="179" name="Shape 177"/>
          <p:cNvSpPr/>
          <p:nvPr/>
        </p:nvSpPr>
        <p:spPr>
          <a:xfrm>
            <a:off x="9292158" y="1452562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0" name="Shape 178"/>
          <p:cNvSpPr/>
          <p:nvPr/>
        </p:nvSpPr>
        <p:spPr>
          <a:xfrm>
            <a:off x="9415983" y="1452562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1" name="Shape 179"/>
          <p:cNvSpPr/>
          <p:nvPr/>
        </p:nvSpPr>
        <p:spPr>
          <a:xfrm>
            <a:off x="9539808" y="145256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2" name="Text 180"/>
          <p:cNvSpPr/>
          <p:nvPr/>
        </p:nvSpPr>
        <p:spPr>
          <a:xfrm>
            <a:off x="9739833" y="1448038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83" name="Shape 181"/>
          <p:cNvSpPr/>
          <p:nvPr/>
        </p:nvSpPr>
        <p:spPr>
          <a:xfrm>
            <a:off x="6819900" y="1498758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4" name="Shape 182"/>
          <p:cNvSpPr/>
          <p:nvPr/>
        </p:nvSpPr>
        <p:spPr>
          <a:xfrm>
            <a:off x="6962775" y="15120937"/>
            <a:ext cx="381000" cy="381000"/>
          </a:xfrm>
          <a:prstGeom prst="ellipse">
            <a:avLst/>
          </a:prstGeom>
          <a:solidFill>
            <a:srgbClr val="F6F1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5" name="Text 183"/>
          <p:cNvSpPr/>
          <p:nvPr/>
        </p:nvSpPr>
        <p:spPr>
          <a:xfrm>
            <a:off x="7050063" y="15230475"/>
            <a:ext cx="2826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</a:t>
            </a:r>
            <a:endParaRPr lang="en-US" sz="1125" dirty="0"/>
          </a:p>
        </p:txBody>
      </p:sp>
      <p:sp>
        <p:nvSpPr>
          <p:cNvPr id="186" name="Text 184"/>
          <p:cNvSpPr/>
          <p:nvPr/>
        </p:nvSpPr>
        <p:spPr>
          <a:xfrm>
            <a:off x="7458075" y="1517332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Udoh</a:t>
            </a:r>
            <a:endParaRPr lang="en-US" sz="1050" dirty="0"/>
          </a:p>
        </p:txBody>
      </p:sp>
      <p:sp>
        <p:nvSpPr>
          <p:cNvPr id="187" name="Text 185"/>
          <p:cNvSpPr/>
          <p:nvPr/>
        </p:nvSpPr>
        <p:spPr>
          <a:xfrm>
            <a:off x="7458075" y="1532572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RC10468 · Female</a:t>
            </a:r>
            <a:endParaRPr lang="en-US" sz="825" dirty="0"/>
          </a:p>
        </p:txBody>
      </p:sp>
      <p:sp>
        <p:nvSpPr>
          <p:cNvPr id="188" name="Shape 186"/>
          <p:cNvSpPr/>
          <p:nvPr/>
        </p:nvSpPr>
        <p:spPr>
          <a:xfrm>
            <a:off x="9292158" y="1526857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9" name="Shape 187"/>
          <p:cNvSpPr/>
          <p:nvPr/>
        </p:nvSpPr>
        <p:spPr>
          <a:xfrm>
            <a:off x="9415983" y="1526857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0" name="Shape 188"/>
          <p:cNvSpPr/>
          <p:nvPr/>
        </p:nvSpPr>
        <p:spPr>
          <a:xfrm>
            <a:off x="9539808" y="15268575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1" name="Text 189"/>
          <p:cNvSpPr/>
          <p:nvPr/>
        </p:nvSpPr>
        <p:spPr>
          <a:xfrm>
            <a:off x="9739833" y="1522333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92" name="Shape 190"/>
          <p:cNvSpPr/>
          <p:nvPr/>
        </p:nvSpPr>
        <p:spPr>
          <a:xfrm>
            <a:off x="6819900" y="15730538"/>
            <a:ext cx="31051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3" name="Shape 191"/>
          <p:cNvSpPr/>
          <p:nvPr/>
        </p:nvSpPr>
        <p:spPr>
          <a:xfrm>
            <a:off x="6962775" y="15863887"/>
            <a:ext cx="381000" cy="381000"/>
          </a:xfrm>
          <a:prstGeom prst="ellipse">
            <a:avLst/>
          </a:prstGeom>
          <a:solidFill>
            <a:srgbClr val="E8EE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4" name="Text 192"/>
          <p:cNvSpPr/>
          <p:nvPr/>
        </p:nvSpPr>
        <p:spPr>
          <a:xfrm>
            <a:off x="7057951" y="15973425"/>
            <a:ext cx="2668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2A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</a:t>
            </a:r>
            <a:endParaRPr lang="en-US" sz="1125" dirty="0"/>
          </a:p>
        </p:txBody>
      </p:sp>
      <p:sp>
        <p:nvSpPr>
          <p:cNvPr id="195" name="Text 193"/>
          <p:cNvSpPr/>
          <p:nvPr/>
        </p:nvSpPr>
        <p:spPr>
          <a:xfrm>
            <a:off x="7458075" y="15916275"/>
            <a:ext cx="1891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Emem Ekanem</a:t>
            </a:r>
            <a:endParaRPr lang="en-US" sz="1050" dirty="0"/>
          </a:p>
        </p:txBody>
      </p:sp>
      <p:sp>
        <p:nvSpPr>
          <p:cNvPr id="196" name="Text 194"/>
          <p:cNvSpPr/>
          <p:nvPr/>
        </p:nvSpPr>
        <p:spPr>
          <a:xfrm>
            <a:off x="7458075" y="16068675"/>
            <a:ext cx="1891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RC10473 · Female</a:t>
            </a:r>
            <a:endParaRPr lang="en-US" sz="825" dirty="0"/>
          </a:p>
        </p:txBody>
      </p:sp>
      <p:sp>
        <p:nvSpPr>
          <p:cNvPr id="197" name="Shape 195"/>
          <p:cNvSpPr/>
          <p:nvPr/>
        </p:nvSpPr>
        <p:spPr>
          <a:xfrm>
            <a:off x="9292158" y="160115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8" name="Shape 196"/>
          <p:cNvSpPr/>
          <p:nvPr/>
        </p:nvSpPr>
        <p:spPr>
          <a:xfrm>
            <a:off x="9415983" y="16011525"/>
            <a:ext cx="85725" cy="85725"/>
          </a:xfrm>
          <a:prstGeom prst="ellipse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9" name="Shape 197"/>
          <p:cNvSpPr/>
          <p:nvPr/>
        </p:nvSpPr>
        <p:spPr>
          <a:xfrm>
            <a:off x="9539808" y="16011525"/>
            <a:ext cx="85725" cy="85725"/>
          </a:xfrm>
          <a:prstGeom prst="ellipse">
            <a:avLst/>
          </a:prstGeom>
          <a:solidFill>
            <a:srgbClr val="D3DAD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0" name="Text 198"/>
          <p:cNvSpPr/>
          <p:nvPr/>
        </p:nvSpPr>
        <p:spPr>
          <a:xfrm>
            <a:off x="9739833" y="15966281"/>
            <a:ext cx="11854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8191500"/>
          </a:xfrm>
          <a:prstGeom prst="rect">
            <a:avLst/>
          </a:prstGeom>
          <a:gradFill rotWithShape="1">
            <a:gsLst>
              <a:gs pos="0">
                <a:srgbClr val="103A24">
                  <a:alpha val="100000"/>
                </a:srgbClr>
              </a:gs>
              <a:gs pos="100000">
                <a:srgbClr val="06291A">
                  <a:alpha val="10000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38525" y="3518595"/>
            <a:ext cx="2933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5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ROLE · MOBILE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38525" y="3747195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Presidential Aide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38525" y="4147245"/>
            <a:ext cx="274701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Ward PA sees only beneficiaries registered in their assigned ward, and issues stable-food vouchers directly to verified recipients in the field.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38525" y="5225355"/>
            <a:ext cx="2667000" cy="590550"/>
          </a:xfrm>
          <a:prstGeom prst="roundRect">
            <a:avLst>
              <a:gd name="adj" fmla="val 19355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00450" y="5368230"/>
            <a:ext cx="25774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WARD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600450" y="5511105"/>
            <a:ext cx="25774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 · Uyo LGA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562725" y="952500"/>
            <a:ext cx="3714750" cy="7429500"/>
          </a:xfrm>
          <a:prstGeom prst="roundRect">
            <a:avLst>
              <a:gd name="adj" fmla="val 11795"/>
            </a:avLst>
          </a:prstGeom>
          <a:solidFill>
            <a:srgbClr val="0A0D0B"/>
          </a:solidFill>
          <a:ln/>
          <a:effectLst>
            <a:outerShdw blurRad="666750" dist="2857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667500" y="1057275"/>
            <a:ext cx="3505200" cy="7219950"/>
          </a:xfrm>
          <a:prstGeom prst="roundRect">
            <a:avLst>
              <a:gd name="adj" fmla="val 9783"/>
            </a:avLst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667500" y="1057275"/>
            <a:ext cx="3505200" cy="323850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96100" y="1152525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94154" y="1164431"/>
            <a:ext cx="68148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· PA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474994" y="1150144"/>
            <a:ext cx="54530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▮▮▮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67500" y="1381125"/>
            <a:ext cx="3505200" cy="1023938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800850" y="1514475"/>
            <a:ext cx="86759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Back to ward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6838950" y="1776413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986513" y="1905000"/>
            <a:ext cx="2381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410450" y="1835944"/>
            <a:ext cx="217481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Ekanem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7410450" y="2040731"/>
            <a:ext cx="21748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RC10428 · Female · NIN 2573325088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9900" y="2557463"/>
            <a:ext cx="352044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FOOD ENTITLEMENTS · 5KG EACH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19900" y="2786063"/>
            <a:ext cx="3200400" cy="1438275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962775" y="2928938"/>
            <a:ext cx="3900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🍚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90954" y="2933700"/>
            <a:ext cx="23998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7390954" y="3095625"/>
            <a:ext cx="23998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 issued · awaiting redemption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86925" y="2955131"/>
            <a:ext cx="2667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962775" y="3348038"/>
            <a:ext cx="2914650" cy="9525"/>
          </a:xfrm>
          <a:prstGeom prst="rect">
            <a:avLst/>
          </a:prstGeom>
          <a:solidFill>
            <a:srgbClr val="E4E8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962775" y="3471863"/>
            <a:ext cx="609600" cy="609600"/>
          </a:xfrm>
          <a:prstGeom prst="roundRect">
            <a:avLst>
              <a:gd name="adj" fmla="val 9375"/>
            </a:avLst>
          </a:prstGeom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775" y="3471863"/>
            <a:ext cx="609600" cy="6096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7686675" y="3525292"/>
            <a:ext cx="2050070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RC-2026-10428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7686675" y="3692872"/>
            <a:ext cx="2050070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8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to 30 Sep 2026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7686675" y="3860453"/>
            <a:ext cx="2050070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Beneficiary redeems at distribution point</a:t>
            </a:r>
            <a:endParaRPr lang="en-US" sz="825" dirty="0"/>
          </a:p>
        </p:txBody>
      </p:sp>
      <p:sp>
        <p:nvSpPr>
          <p:cNvPr id="47" name="Shape 44"/>
          <p:cNvSpPr/>
          <p:nvPr/>
        </p:nvSpPr>
        <p:spPr>
          <a:xfrm>
            <a:off x="6819900" y="4329113"/>
            <a:ext cx="3200400" cy="604838"/>
          </a:xfrm>
          <a:prstGeom prst="roundRect">
            <a:avLst>
              <a:gd name="adj" fmla="val 22047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6962775" y="4479131"/>
            <a:ext cx="3900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🫘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7390954" y="4483894"/>
            <a:ext cx="19694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</a:t>
            </a:r>
            <a:endParaRPr lang="en-US" sz="1125" dirty="0"/>
          </a:p>
        </p:txBody>
      </p:sp>
      <p:sp>
        <p:nvSpPr>
          <p:cNvPr id="50" name="Text 47"/>
          <p:cNvSpPr/>
          <p:nvPr/>
        </p:nvSpPr>
        <p:spPr>
          <a:xfrm>
            <a:off x="7390954" y="4645819"/>
            <a:ext cx="19694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issued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9295656" y="4471988"/>
            <a:ext cx="581769" cy="319088"/>
          </a:xfrm>
          <a:prstGeom prst="roundRect">
            <a:avLst>
              <a:gd name="adj" fmla="val 26866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9400431" y="4557713"/>
            <a:ext cx="37221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975" dirty="0"/>
          </a:p>
        </p:txBody>
      </p:sp>
      <p:sp>
        <p:nvSpPr>
          <p:cNvPr id="53" name="Shape 50"/>
          <p:cNvSpPr/>
          <p:nvPr/>
        </p:nvSpPr>
        <p:spPr>
          <a:xfrm>
            <a:off x="6819900" y="5038725"/>
            <a:ext cx="32004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6962775" y="5181600"/>
            <a:ext cx="3900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7390954" y="5186363"/>
            <a:ext cx="232166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Garri</a:t>
            </a:r>
            <a:endParaRPr lang="en-US" sz="1125" dirty="0"/>
          </a:p>
        </p:txBody>
      </p:sp>
      <p:sp>
        <p:nvSpPr>
          <p:cNvPr id="56" name="Text 53"/>
          <p:cNvSpPr/>
          <p:nvPr/>
        </p:nvSpPr>
        <p:spPr>
          <a:xfrm>
            <a:off x="7390954" y="5348288"/>
            <a:ext cx="232166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615860" y="5207794"/>
            <a:ext cx="3377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8191500"/>
          </a:xfrm>
          <a:prstGeom prst="rect">
            <a:avLst/>
          </a:prstGeom>
          <a:gradFill rotWithShape="1">
            <a:gsLst>
              <a:gs pos="0">
                <a:srgbClr val="103A24">
                  <a:alpha val="100000"/>
                </a:srgbClr>
              </a:gs>
              <a:gs pos="100000">
                <a:srgbClr val="06291A">
                  <a:alpha val="10000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38525" y="3405262"/>
            <a:ext cx="2933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5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ROLE · MOBILE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38525" y="3633862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Officer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38525" y="4033912"/>
            <a:ext cx="2747010" cy="117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distribution point, the officer scans a voucher's QR code to verify it, then redeems it to release the 5kg bag. Each voucher is single-use and cannot be redeemed twice.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38525" y="5338688"/>
            <a:ext cx="2667000" cy="590550"/>
          </a:xfrm>
          <a:prstGeom prst="roundRect">
            <a:avLst>
              <a:gd name="adj" fmla="val 19355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00450" y="5481563"/>
            <a:ext cx="25774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POINT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600450" y="5624438"/>
            <a:ext cx="25774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Ikot Ekpene · Town Hall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562725" y="952500"/>
            <a:ext cx="3714750" cy="7429500"/>
          </a:xfrm>
          <a:prstGeom prst="roundRect">
            <a:avLst>
              <a:gd name="adj" fmla="val 11795"/>
            </a:avLst>
          </a:prstGeom>
          <a:solidFill>
            <a:srgbClr val="0A0D0B"/>
          </a:solidFill>
          <a:ln/>
          <a:effectLst>
            <a:outerShdw blurRad="666750" dist="2857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667500" y="1057275"/>
            <a:ext cx="3505200" cy="7219950"/>
          </a:xfrm>
          <a:prstGeom prst="roundRect">
            <a:avLst>
              <a:gd name="adj" fmla="val 9783"/>
            </a:avLst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667500" y="1057275"/>
            <a:ext cx="3505200" cy="323850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96100" y="1152525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21364" y="1164431"/>
            <a:ext cx="102713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· OFFICER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474994" y="1150144"/>
            <a:ext cx="54530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▮▮▮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67500" y="1381125"/>
            <a:ext cx="3505200" cy="1452563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858000" y="1552575"/>
            <a:ext cx="34366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 Desk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58000" y="1766888"/>
            <a:ext cx="34366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 · 23 June 2026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2052637"/>
            <a:ext cx="1514475" cy="571500"/>
          </a:xfrm>
          <a:prstGeom prst="roundRect">
            <a:avLst>
              <a:gd name="adj" fmla="val 18333"/>
            </a:avLst>
          </a:prstGeom>
          <a:solidFill>
            <a:srgbClr val="0C4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962775" y="2157413"/>
            <a:ext cx="14354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962775" y="2395538"/>
            <a:ext cx="14354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 today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8467725" y="2052637"/>
            <a:ext cx="1514475" cy="571500"/>
          </a:xfrm>
          <a:prstGeom prst="roundRect">
            <a:avLst>
              <a:gd name="adj" fmla="val 18333"/>
            </a:avLst>
          </a:prstGeom>
          <a:solidFill>
            <a:srgbClr val="0C4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8572500" y="2157413"/>
            <a:ext cx="14354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8C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572500" y="2395538"/>
            <a:ext cx="14354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5kg bags released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6838950" y="3043238"/>
            <a:ext cx="3162300" cy="1509713"/>
          </a:xfrm>
          <a:prstGeom prst="roundRect">
            <a:avLst>
              <a:gd name="adj" fmla="val 11356"/>
            </a:avLst>
          </a:prstGeom>
          <a:gradFill rotWithShape="1">
            <a:gsLst>
              <a:gs pos="0">
                <a:srgbClr val="0B6B3A">
                  <a:alpha val="100000"/>
                </a:srgbClr>
              </a:gs>
              <a:gs pos="100000">
                <a:srgbClr val="0A5630">
                  <a:alpha val="100000"/>
                </a:srgbClr>
              </a:gs>
            </a:gsLst>
            <a:lin ang="5400000" scaled="0"/>
          </a:gradFill>
          <a:ln/>
          <a:effectLst>
            <a:outerShdw blurRad="266700" dist="114300" dir="5400000" algn="bl" rotWithShape="0">
              <a:srgbClr val="0B6B3A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214866" y="3290888"/>
            <a:ext cx="410468" cy="528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3150" dirty="0"/>
          </a:p>
        </p:txBody>
      </p:sp>
      <p:sp>
        <p:nvSpPr>
          <p:cNvPr id="40" name="Text 38"/>
          <p:cNvSpPr/>
          <p:nvPr/>
        </p:nvSpPr>
        <p:spPr>
          <a:xfrm>
            <a:off x="7665233" y="3876675"/>
            <a:ext cx="15096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Voucher QR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480072" y="4171950"/>
            <a:ext cx="18800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camera at the voucher code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38950" y="4686300"/>
            <a:ext cx="3162300" cy="490538"/>
          </a:xfrm>
          <a:prstGeom prst="roundRect">
            <a:avLst>
              <a:gd name="adj" fmla="val 27184"/>
            </a:avLst>
          </a:prstGeom>
          <a:solidFill>
            <a:srgbClr val="FFFFFF"/>
          </a:solidFill>
          <a:ln w="14288">
            <a:solidFill>
              <a:srgbClr val="CDD6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948678" y="4843463"/>
            <a:ext cx="294284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Direct issue &amp; redeem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38950" y="5386388"/>
            <a:ext cx="3478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REDEMPTIONS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38950" y="5614988"/>
            <a:ext cx="3162300" cy="500063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972300" y="5738813"/>
            <a:ext cx="3377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🍚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338640" y="5729288"/>
            <a:ext cx="191443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 Udofia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7338640" y="5876925"/>
            <a:ext cx="19144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· 9:32 AM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9183812" y="5774531"/>
            <a:ext cx="684088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9269537" y="5803106"/>
            <a:ext cx="5888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6838950" y="6191250"/>
            <a:ext cx="3162300" cy="500063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972300" y="6315075"/>
            <a:ext cx="3377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338640" y="6305550"/>
            <a:ext cx="191443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Bassey Inyang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7338640" y="6453188"/>
            <a:ext cx="19144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Garri · 9:21 AM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9183812" y="6350794"/>
            <a:ext cx="684088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9269537" y="6379369"/>
            <a:ext cx="5888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6838950" y="6767513"/>
            <a:ext cx="3162300" cy="500063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6972300" y="6891338"/>
            <a:ext cx="3377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6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🫘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338640" y="6881813"/>
            <a:ext cx="191443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Ekpo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7338640" y="7029450"/>
            <a:ext cx="19144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 · 9:08 AM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9183812" y="6927056"/>
            <a:ext cx="684088" cy="180975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9269537" y="6955631"/>
            <a:ext cx="5888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Redeemed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8191500"/>
          </a:xfrm>
          <a:prstGeom prst="rect">
            <a:avLst/>
          </a:prstGeom>
          <a:gradFill rotWithShape="1">
            <a:gsLst>
              <a:gs pos="0">
                <a:srgbClr val="103A24">
                  <a:alpha val="100000"/>
                </a:srgbClr>
              </a:gs>
              <a:gs pos="100000">
                <a:srgbClr val="06291A">
                  <a:alpha val="10000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38525" y="3405262"/>
            <a:ext cx="2933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5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ROLE · MOBILE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38525" y="3633862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Officer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38525" y="4033912"/>
            <a:ext cx="2747010" cy="117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distribution point, the officer scans a voucher's QR code to verify it, then redeems it to release the 5kg bag. Each voucher is single-use and cannot be redeemed twice.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38525" y="5338688"/>
            <a:ext cx="2667000" cy="590550"/>
          </a:xfrm>
          <a:prstGeom prst="roundRect">
            <a:avLst>
              <a:gd name="adj" fmla="val 19355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00450" y="5481563"/>
            <a:ext cx="25774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POINT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600450" y="5624438"/>
            <a:ext cx="25774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Ikot Ekpene · Town Hall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562725" y="952500"/>
            <a:ext cx="3714750" cy="7429500"/>
          </a:xfrm>
          <a:prstGeom prst="roundRect">
            <a:avLst>
              <a:gd name="adj" fmla="val 11795"/>
            </a:avLst>
          </a:prstGeom>
          <a:solidFill>
            <a:srgbClr val="0A0D0B"/>
          </a:solidFill>
          <a:ln/>
          <a:effectLst>
            <a:outerShdw blurRad="666750" dist="2857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667500" y="1057275"/>
            <a:ext cx="3505200" cy="7219950"/>
          </a:xfrm>
          <a:prstGeom prst="roundRect">
            <a:avLst>
              <a:gd name="adj" fmla="val 9783"/>
            </a:avLst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667500" y="1057275"/>
            <a:ext cx="3505200" cy="323850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96100" y="1152525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21364" y="1164431"/>
            <a:ext cx="102713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· OFFICER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474994" y="1150144"/>
            <a:ext cx="54530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▮▮▮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67500" y="1381125"/>
            <a:ext cx="3505200" cy="6896100"/>
          </a:xfrm>
          <a:prstGeom prst="rect">
            <a:avLst/>
          </a:prstGeom>
          <a:solidFill>
            <a:srgbClr val="0A0D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865557" y="1524000"/>
            <a:ext cx="5576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Cancel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65382" y="1526381"/>
            <a:ext cx="7120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Scanning…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7277100" y="3162300"/>
            <a:ext cx="2286000" cy="2286000"/>
          </a:xfrm>
          <a:prstGeom prst="roundRect">
            <a:avLst>
              <a:gd name="adj" fmla="val 9167"/>
            </a:avLst>
          </a:prstGeom>
          <a:solidFill>
            <a:srgbClr val="11150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277100" y="3162300"/>
            <a:ext cx="2286000" cy="2286000"/>
          </a:xfrm>
          <a:prstGeom prst="roundRect">
            <a:avLst>
              <a:gd name="adj" fmla="val 9167"/>
            </a:avLst>
          </a:prstGeom>
          <a:ln w="2857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258050" y="3143250"/>
            <a:ext cx="323850" cy="381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258050" y="3143250"/>
            <a:ext cx="38100" cy="32385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9258300" y="3143250"/>
            <a:ext cx="323850" cy="381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9544050" y="3143250"/>
            <a:ext cx="38100" cy="32385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258050" y="5429250"/>
            <a:ext cx="323850" cy="381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258050" y="5143500"/>
            <a:ext cx="38100" cy="32385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9258300" y="5429250"/>
            <a:ext cx="323850" cy="381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9544050" y="5143500"/>
            <a:ext cx="38100" cy="32385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414245" y="3299445"/>
            <a:ext cx="2011710" cy="19050"/>
          </a:xfrm>
          <a:prstGeom prst="rect">
            <a:avLst/>
          </a:prstGeom>
          <a:gradFill rotWithShape="1">
            <a:gsLst>
              <a:gs pos="0">
                <a:srgbClr val="2FE08A">
                  <a:alpha val="0"/>
                </a:srgbClr>
              </a:gs>
              <a:gs pos="50000">
                <a:srgbClr val="2FE08A">
                  <a:alpha val="100000"/>
                </a:srgbClr>
              </a:gs>
              <a:gs pos="100000">
                <a:srgbClr val="2FE08A">
                  <a:alpha val="0"/>
                </a:srgbClr>
              </a:gs>
            </a:gsLst>
            <a:lin ang="0" scaled="0"/>
          </a:gradFill>
          <a:ln/>
          <a:effectLst>
            <a:outerShdw blurRad="114300" dist="50800" dir="16200000" algn="bl" rotWithShape="0">
              <a:srgbClr val="2FE08A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6877050" y="7019925"/>
            <a:ext cx="3086100" cy="461963"/>
          </a:xfrm>
          <a:prstGeom prst="roundRect">
            <a:avLst>
              <a:gd name="adj" fmla="val 26804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973634" y="7162800"/>
            <a:ext cx="28929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Simulate successful scan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6877050" y="7577138"/>
            <a:ext cx="3086100" cy="414338"/>
          </a:xfrm>
          <a:prstGeom prst="roundRect">
            <a:avLst>
              <a:gd name="adj" fmla="val 29885"/>
            </a:avLst>
          </a:prstGeom>
          <a:ln w="9525">
            <a:solidFill>
              <a:srgbClr val="3A453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964108" y="7710488"/>
            <a:ext cx="291198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an already-redeemed voucher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8191500"/>
          </a:xfrm>
          <a:prstGeom prst="rect">
            <a:avLst/>
          </a:prstGeom>
          <a:gradFill rotWithShape="1">
            <a:gsLst>
              <a:gs pos="0">
                <a:srgbClr val="103A24">
                  <a:alpha val="100000"/>
                </a:srgbClr>
              </a:gs>
              <a:gs pos="100000">
                <a:srgbClr val="06291A">
                  <a:alpha val="10000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38525" y="3405262"/>
            <a:ext cx="2933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5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ROLE · MOBILE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38525" y="3633862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Officer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38525" y="4033912"/>
            <a:ext cx="2747010" cy="117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distribution point, the officer scans a voucher's QR code to verify it, then redeems it to release the 5kg bag. Each voucher is single-use and cannot be redeemed twice.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38525" y="5338688"/>
            <a:ext cx="2667000" cy="590550"/>
          </a:xfrm>
          <a:prstGeom prst="roundRect">
            <a:avLst>
              <a:gd name="adj" fmla="val 19355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00450" y="5481563"/>
            <a:ext cx="25774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POINT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600450" y="5624438"/>
            <a:ext cx="25774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Ikot Ekpene · Town Hall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562725" y="952500"/>
            <a:ext cx="3714750" cy="7429500"/>
          </a:xfrm>
          <a:prstGeom prst="roundRect">
            <a:avLst>
              <a:gd name="adj" fmla="val 11795"/>
            </a:avLst>
          </a:prstGeom>
          <a:solidFill>
            <a:srgbClr val="0A0D0B"/>
          </a:solidFill>
          <a:ln/>
          <a:effectLst>
            <a:outerShdw blurRad="666750" dist="2857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667500" y="1057275"/>
            <a:ext cx="3505200" cy="7219950"/>
          </a:xfrm>
          <a:prstGeom prst="roundRect">
            <a:avLst>
              <a:gd name="adj" fmla="val 9783"/>
            </a:avLst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667500" y="1057275"/>
            <a:ext cx="3505200" cy="323850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96100" y="1152525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21364" y="1164431"/>
            <a:ext cx="102713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· OFFICER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474994" y="1150144"/>
            <a:ext cx="54530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▮▮▮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67500" y="1381125"/>
            <a:ext cx="3505200" cy="1371600"/>
          </a:xfrm>
          <a:prstGeom prst="rect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701790" y="1571625"/>
            <a:ext cx="34366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450" dirty="0"/>
          </a:p>
        </p:txBody>
      </p:sp>
      <p:sp>
        <p:nvSpPr>
          <p:cNvPr id="31" name="Text 29"/>
          <p:cNvSpPr/>
          <p:nvPr/>
        </p:nvSpPr>
        <p:spPr>
          <a:xfrm>
            <a:off x="6701790" y="2209800"/>
            <a:ext cx="34366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Voucher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01790" y="2452688"/>
            <a:ext cx="34366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· hash matched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6838950" y="2924175"/>
            <a:ext cx="3162300" cy="2409825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848475" y="3924300"/>
            <a:ext cx="3143250" cy="9525"/>
          </a:xfrm>
          <a:prstGeom prst="rect">
            <a:avLst/>
          </a:prstGeom>
          <a:solidFill>
            <a:srgbClr val="EEF1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000875" y="3086100"/>
            <a:ext cx="685800" cy="685800"/>
          </a:xfrm>
          <a:prstGeom prst="roundRect">
            <a:avLst>
              <a:gd name="adj" fmla="val 8333"/>
            </a:avLst>
          </a:prstGeom>
          <a:ln w="9525">
            <a:solidFill>
              <a:srgbClr val="E4E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5" y="3086100"/>
            <a:ext cx="685800" cy="6858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820025" y="3200400"/>
            <a:ext cx="109745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9AA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 SERIAL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7820025" y="3324225"/>
            <a:ext cx="10974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0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RC-2026-10428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7820025" y="3524250"/>
            <a:ext cx="10974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· 5kg bag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000875" y="4067175"/>
            <a:ext cx="73015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Beneficiary</a:t>
            </a:r>
            <a:endParaRPr lang="en-US" sz="975" dirty="0"/>
          </a:p>
        </p:txBody>
      </p:sp>
      <p:sp>
        <p:nvSpPr>
          <p:cNvPr id="41" name="Text 38"/>
          <p:cNvSpPr/>
          <p:nvPr/>
        </p:nvSpPr>
        <p:spPr>
          <a:xfrm>
            <a:off x="9068395" y="4067175"/>
            <a:ext cx="84713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0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Idara Ekanem</a:t>
            </a:r>
            <a:endParaRPr lang="en-US" sz="975" dirty="0"/>
          </a:p>
        </p:txBody>
      </p:sp>
      <p:sp>
        <p:nvSpPr>
          <p:cNvPr id="42" name="Text 39"/>
          <p:cNvSpPr/>
          <p:nvPr/>
        </p:nvSpPr>
        <p:spPr>
          <a:xfrm>
            <a:off x="7000875" y="4300538"/>
            <a:ext cx="76847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ID</a:t>
            </a:r>
            <a:endParaRPr lang="en-US" sz="975" dirty="0"/>
          </a:p>
        </p:txBody>
      </p:sp>
      <p:sp>
        <p:nvSpPr>
          <p:cNvPr id="43" name="Text 40"/>
          <p:cNvSpPr/>
          <p:nvPr/>
        </p:nvSpPr>
        <p:spPr>
          <a:xfrm>
            <a:off x="9362703" y="4300538"/>
            <a:ext cx="55282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RC10428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7000875" y="4533900"/>
            <a:ext cx="71459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· LGA</a:t>
            </a:r>
            <a:endParaRPr lang="en-US" sz="975" dirty="0"/>
          </a:p>
        </p:txBody>
      </p:sp>
      <p:sp>
        <p:nvSpPr>
          <p:cNvPr id="45" name="Text 42"/>
          <p:cNvSpPr/>
          <p:nvPr/>
        </p:nvSpPr>
        <p:spPr>
          <a:xfrm>
            <a:off x="8980512" y="4533900"/>
            <a:ext cx="93501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Offot · Uyo</a:t>
            </a:r>
            <a:endParaRPr lang="en-US" sz="975" dirty="0"/>
          </a:p>
        </p:txBody>
      </p:sp>
      <p:sp>
        <p:nvSpPr>
          <p:cNvPr id="46" name="Text 43"/>
          <p:cNvSpPr/>
          <p:nvPr/>
        </p:nvSpPr>
        <p:spPr>
          <a:xfrm>
            <a:off x="7000875" y="4767263"/>
            <a:ext cx="65268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until</a:t>
            </a:r>
            <a:endParaRPr lang="en-US" sz="975" dirty="0"/>
          </a:p>
        </p:txBody>
      </p:sp>
      <p:sp>
        <p:nvSpPr>
          <p:cNvPr id="47" name="Text 44"/>
          <p:cNvSpPr/>
          <p:nvPr/>
        </p:nvSpPr>
        <p:spPr>
          <a:xfrm>
            <a:off x="9099649" y="4767263"/>
            <a:ext cx="81587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C5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Sep 2026</a:t>
            </a:r>
            <a:endParaRPr lang="en-US" sz="975" dirty="0"/>
          </a:p>
        </p:txBody>
      </p:sp>
      <p:sp>
        <p:nvSpPr>
          <p:cNvPr id="48" name="Text 45"/>
          <p:cNvSpPr/>
          <p:nvPr/>
        </p:nvSpPr>
        <p:spPr>
          <a:xfrm>
            <a:off x="7000875" y="5000625"/>
            <a:ext cx="4523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75" dirty="0"/>
          </a:p>
        </p:txBody>
      </p:sp>
      <p:sp>
        <p:nvSpPr>
          <p:cNvPr id="49" name="Shape 46"/>
          <p:cNvSpPr/>
          <p:nvPr/>
        </p:nvSpPr>
        <p:spPr>
          <a:xfrm>
            <a:off x="8975378" y="5000625"/>
            <a:ext cx="863947" cy="190500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9070628" y="5029200"/>
            <a:ext cx="74964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· valid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858000" y="7058025"/>
            <a:ext cx="3124200" cy="481012"/>
          </a:xfrm>
          <a:prstGeom prst="roundRect">
            <a:avLst>
              <a:gd name="adj" fmla="val 27723"/>
            </a:avLst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6963537" y="7210425"/>
            <a:ext cx="291312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Redemption · Release Bag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934962" y="7758113"/>
            <a:ext cx="297027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718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scanner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06371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42925"/>
            <a:ext cx="13716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9550" y="109538"/>
            <a:ext cx="323850" cy="323850"/>
          </a:xfrm>
          <a:prstGeom prst="ellipse">
            <a:avLst/>
          </a:prstGeom>
          <a:gradFill rotWithShape="1">
            <a:gsLst>
              <a:gs pos="0">
                <a:srgbClr val="1F9D5C">
                  <a:alpha val="100000"/>
                </a:srgbClr>
              </a:gs>
              <a:gs pos="100000">
                <a:srgbClr val="0B6B3A">
                  <a:alpha val="100000"/>
                </a:srgbClr>
              </a:gs>
            </a:gsLst>
            <a:path path="circle">
              <a:fillToRect l="35000" t="30000" r="65000" b="70000"/>
            </a:path>
          </a:gra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500" y="12858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46447"/>
            <a:ext cx="2522294" cy="1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Akwa Ibom Bulk Purchase Agency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0" y="286420"/>
            <a:ext cx="2522294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5" kern="0" spc="3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VOUCHER ADMINISTRATION PORTAL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570071" y="59531"/>
            <a:ext cx="2936379" cy="423863"/>
          </a:xfrm>
          <a:prstGeom prst="roundRect">
            <a:avLst>
              <a:gd name="adj" fmla="val 24719"/>
            </a:avLst>
          </a:prstGeom>
          <a:solidFill>
            <a:srgbClr val="0A4A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617696" y="107156"/>
            <a:ext cx="836786" cy="328613"/>
          </a:xfrm>
          <a:prstGeom prst="roundRect">
            <a:avLst>
              <a:gd name="adj" fmla="val 2318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722471" y="183356"/>
            <a:ext cx="209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22496" y="197644"/>
            <a:ext cx="42721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63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640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66215" y="197644"/>
            <a:ext cx="5578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690797" y="183356"/>
            <a:ext cx="2593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40605" y="197644"/>
            <a:ext cx="4134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0" y="571500"/>
            <a:ext cx="13716000" cy="8191500"/>
          </a:xfrm>
          <a:prstGeom prst="rect">
            <a:avLst/>
          </a:prstGeom>
          <a:gradFill rotWithShape="1">
            <a:gsLst>
              <a:gs pos="0">
                <a:srgbClr val="103A24">
                  <a:alpha val="100000"/>
                </a:srgbClr>
              </a:gs>
              <a:gs pos="100000">
                <a:srgbClr val="06291A">
                  <a:alpha val="10000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38525" y="3405262"/>
            <a:ext cx="2933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05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ROLE · MOBILE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38525" y="3633862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Officer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38525" y="4033912"/>
            <a:ext cx="2747010" cy="117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dirty="0">
                <a:solidFill>
                  <a:srgbClr val="9F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distribution point, the officer scans a voucher's QR code to verify it, then redeems it to release the 5kg bag. Each voucher is single-use and cannot be redeemed twice.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38525" y="5338688"/>
            <a:ext cx="2667000" cy="590550"/>
          </a:xfrm>
          <a:prstGeom prst="roundRect">
            <a:avLst>
              <a:gd name="adj" fmla="val 19355"/>
            </a:avLst>
          </a:prstGeom>
          <a:solidFill>
            <a:srgbClr val="0C4A2B"/>
          </a:solidFill>
          <a:ln w="9525">
            <a:solidFill>
              <a:srgbClr val="166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00450" y="5481563"/>
            <a:ext cx="25774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0" dirty="0">
                <a:solidFill>
                  <a:srgbClr val="7FB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POINT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600450" y="5624438"/>
            <a:ext cx="25774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Ikot Ekpene · Town Hall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562725" y="952500"/>
            <a:ext cx="3714750" cy="7429500"/>
          </a:xfrm>
          <a:prstGeom prst="roundRect">
            <a:avLst>
              <a:gd name="adj" fmla="val 11795"/>
            </a:avLst>
          </a:prstGeom>
          <a:solidFill>
            <a:srgbClr val="0A0D0B"/>
          </a:solidFill>
          <a:ln/>
          <a:effectLst>
            <a:outerShdw blurRad="666750" dist="2857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667500" y="1057275"/>
            <a:ext cx="3505200" cy="7219950"/>
          </a:xfrm>
          <a:prstGeom prst="roundRect">
            <a:avLst>
              <a:gd name="adj" fmla="val 9783"/>
            </a:avLst>
          </a:prstGeom>
          <a:solidFill>
            <a:srgbClr val="F4F6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667500" y="1057275"/>
            <a:ext cx="3505200" cy="323850"/>
          </a:xfrm>
          <a:prstGeom prst="rect">
            <a:avLst/>
          </a:prstGeom>
          <a:solidFill>
            <a:srgbClr val="0A3D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96100" y="1152525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21364" y="1164431"/>
            <a:ext cx="102713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AKBPA · OFFICER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474994" y="1150144"/>
            <a:ext cx="54530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▮▮▮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67500" y="1381125"/>
            <a:ext cx="3505200" cy="6896100"/>
          </a:xfrm>
          <a:prstGeom prst="rect">
            <a:avLst/>
          </a:prstGeom>
          <a:solidFill>
            <a:srgbClr val="0B6B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308670" y="4255294"/>
            <a:ext cx="22227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 Redeemed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47434" y="4593431"/>
            <a:ext cx="194525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25" dirty="0">
                <a:solidFill>
                  <a:srgbClr val="CFE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one 5kg bag of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</a:t>
            </a:r>
            <a:r>
              <a:rPr lang="en-US" sz="1125" dirty="0">
                <a:solidFill>
                  <a:srgbClr val="CFE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Idara Ekanem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7806110" y="5193506"/>
            <a:ext cx="1227981" cy="338138"/>
          </a:xfrm>
          <a:prstGeom prst="roundRect">
            <a:avLst>
              <a:gd name="adj" fmla="val 309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939460" y="5288756"/>
            <a:ext cx="96128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RC-2026-10428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6953250" y="5817394"/>
            <a:ext cx="2933700" cy="447675"/>
          </a:xfrm>
          <a:prstGeom prst="roundRect">
            <a:avLst>
              <a:gd name="adj" fmla="val 297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052120" y="5960269"/>
            <a:ext cx="273596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next voucher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8244126" y="6369844"/>
            <a:ext cx="35194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CFE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1966</Words>
  <Application>Microsoft Office PowerPoint</Application>
  <PresentationFormat>Custom</PresentationFormat>
  <Paragraphs>960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Frank Ekpenyong</cp:lastModifiedBy>
  <cp:revision>1</cp:revision>
  <dcterms:created xsi:type="dcterms:W3CDTF">2026-06-23T19:27:24Z</dcterms:created>
  <dcterms:modified xsi:type="dcterms:W3CDTF">2026-06-23T19:34:52Z</dcterms:modified>
</cp:coreProperties>
</file>